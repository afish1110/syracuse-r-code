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69" r:id="rId6"/>
    <p:sldId id="259" r:id="rId7"/>
    <p:sldId id="260"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E08AE6-FAB6-6704-081E-AE51D889B018}" v="184" dt="2025-04-25T03:43:01.955"/>
    <p1510:client id="{965BB241-EB9F-5CE3-3F2A-44C087A66A83}" v="43" dt="2025-04-24T19:18:22.496"/>
    <p1510:client id="{C1614B0D-42DB-53E9-A77E-E1BD14D9A415}" v="1156" dt="2025-04-25T00:53:46.3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2" d="100"/>
          <a:sy n="102" d="100"/>
        </p:scale>
        <p:origin x="13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965BB241-EB9F-5CE3-3F2A-44C087A66A83}"/>
    <pc:docChg chg="addSld modSld sldOrd">
      <pc:chgData name="Guest User" userId="" providerId="Windows Live" clId="Web-{965BB241-EB9F-5CE3-3F2A-44C087A66A83}" dt="2025-04-24T19:18:22.496" v="44" actId="1076"/>
      <pc:docMkLst>
        <pc:docMk/>
      </pc:docMkLst>
      <pc:sldChg chg="ord">
        <pc:chgData name="Guest User" userId="" providerId="Windows Live" clId="Web-{965BB241-EB9F-5CE3-3F2A-44C087A66A83}" dt="2025-04-24T19:16:31.691" v="31"/>
        <pc:sldMkLst>
          <pc:docMk/>
          <pc:sldMk cId="2588433164" sldId="257"/>
        </pc:sldMkLst>
      </pc:sldChg>
      <pc:sldChg chg="addSp modSp add ord">
        <pc:chgData name="Guest User" userId="" providerId="Windows Live" clId="Web-{965BB241-EB9F-5CE3-3F2A-44C087A66A83}" dt="2025-04-24T19:16:29.723" v="30"/>
        <pc:sldMkLst>
          <pc:docMk/>
          <pc:sldMk cId="2632026669" sldId="268"/>
        </pc:sldMkLst>
        <pc:spChg chg="add">
          <ac:chgData name="Guest User" userId="" providerId="Windows Live" clId="Web-{965BB241-EB9F-5CE3-3F2A-44C087A66A83}" dt="2025-04-24T19:12:52.646" v="1"/>
          <ac:spMkLst>
            <pc:docMk/>
            <pc:sldMk cId="2632026669" sldId="268"/>
            <ac:spMk id="15" creationId="{C3896A03-3945-419A-B66B-4EE266EDD152}"/>
          </ac:spMkLst>
        </pc:spChg>
        <pc:spChg chg="add">
          <ac:chgData name="Guest User" userId="" providerId="Windows Live" clId="Web-{965BB241-EB9F-5CE3-3F2A-44C087A66A83}" dt="2025-04-24T19:12:52.646" v="1"/>
          <ac:spMkLst>
            <pc:docMk/>
            <pc:sldMk cId="2632026669" sldId="268"/>
            <ac:spMk id="17" creationId="{B34F5AD2-EDBD-4BBD-A55C-EAFFD0C7097A}"/>
          </ac:spMkLst>
        </pc:spChg>
        <pc:spChg chg="add">
          <ac:chgData name="Guest User" userId="" providerId="Windows Live" clId="Web-{965BB241-EB9F-5CE3-3F2A-44C087A66A83}" dt="2025-04-24T19:12:52.646" v="1"/>
          <ac:spMkLst>
            <pc:docMk/>
            <pc:sldMk cId="2632026669" sldId="268"/>
            <ac:spMk id="19" creationId="{450D3AD2-FA80-415F-A9CE-54D884561CD7}"/>
          </ac:spMkLst>
        </pc:spChg>
        <pc:picChg chg="mod">
          <ac:chgData name="Guest User" userId="" providerId="Windows Live" clId="Web-{965BB241-EB9F-5CE3-3F2A-44C087A66A83}" dt="2025-04-24T19:14:11.417" v="13" actId="1076"/>
          <ac:picMkLst>
            <pc:docMk/>
            <pc:sldMk cId="2632026669" sldId="268"/>
            <ac:picMk id="6" creationId="{69A2D18C-E003-2821-3460-E3E0ADF613A6}"/>
          </ac:picMkLst>
        </pc:picChg>
        <pc:picChg chg="mod">
          <ac:chgData name="Guest User" userId="" providerId="Windows Live" clId="Web-{965BB241-EB9F-5CE3-3F2A-44C087A66A83}" dt="2025-04-24T19:14:23.542" v="15" actId="1076"/>
          <ac:picMkLst>
            <pc:docMk/>
            <pc:sldMk cId="2632026669" sldId="268"/>
            <ac:picMk id="10" creationId="{EE13EA1A-332E-5AEE-D563-25553AFBC455}"/>
          </ac:picMkLst>
        </pc:picChg>
      </pc:sldChg>
      <pc:sldChg chg="addSp modSp add ord">
        <pc:chgData name="Guest User" userId="" providerId="Windows Live" clId="Web-{965BB241-EB9F-5CE3-3F2A-44C087A66A83}" dt="2025-04-24T19:18:22.496" v="44" actId="1076"/>
        <pc:sldMkLst>
          <pc:docMk/>
          <pc:sldMk cId="900085003" sldId="269"/>
        </pc:sldMkLst>
        <pc:spChg chg="mod">
          <ac:chgData name="Guest User" userId="" providerId="Windows Live" clId="Web-{965BB241-EB9F-5CE3-3F2A-44C087A66A83}" dt="2025-04-24T19:13:30.398" v="3"/>
          <ac:spMkLst>
            <pc:docMk/>
            <pc:sldMk cId="900085003" sldId="269"/>
            <ac:spMk id="2" creationId="{1B6C541A-98C9-A7FE-6E6C-DAD0FBF83FDC}"/>
          </ac:spMkLst>
        </pc:spChg>
        <pc:spChg chg="mod">
          <ac:chgData name="Guest User" userId="" providerId="Windows Live" clId="Web-{965BB241-EB9F-5CE3-3F2A-44C087A66A83}" dt="2025-04-24T19:13:30.398" v="3"/>
          <ac:spMkLst>
            <pc:docMk/>
            <pc:sldMk cId="900085003" sldId="269"/>
            <ac:spMk id="4" creationId="{8248C9A0-0F4E-6EF9-A76E-4878467CCD99}"/>
          </ac:spMkLst>
        </pc:spChg>
        <pc:spChg chg="add">
          <ac:chgData name="Guest User" userId="" providerId="Windows Live" clId="Web-{965BB241-EB9F-5CE3-3F2A-44C087A66A83}" dt="2025-04-24T19:13:30.398" v="3"/>
          <ac:spMkLst>
            <pc:docMk/>
            <pc:sldMk cId="900085003" sldId="269"/>
            <ac:spMk id="13" creationId="{C3896A03-3945-419A-B66B-4EE266EDD152}"/>
          </ac:spMkLst>
        </pc:spChg>
        <pc:spChg chg="add">
          <ac:chgData name="Guest User" userId="" providerId="Windows Live" clId="Web-{965BB241-EB9F-5CE3-3F2A-44C087A66A83}" dt="2025-04-24T19:13:30.398" v="3"/>
          <ac:spMkLst>
            <pc:docMk/>
            <pc:sldMk cId="900085003" sldId="269"/>
            <ac:spMk id="15" creationId="{B34F5AD2-EDBD-4BBD-A55C-EAFFD0C7097A}"/>
          </ac:spMkLst>
        </pc:spChg>
        <pc:spChg chg="add">
          <ac:chgData name="Guest User" userId="" providerId="Windows Live" clId="Web-{965BB241-EB9F-5CE3-3F2A-44C087A66A83}" dt="2025-04-24T19:13:30.398" v="3"/>
          <ac:spMkLst>
            <pc:docMk/>
            <pc:sldMk cId="900085003" sldId="269"/>
            <ac:spMk id="17" creationId="{450D3AD2-FA80-415F-A9CE-54D884561CD7}"/>
          </ac:spMkLst>
        </pc:spChg>
        <pc:picChg chg="mod">
          <ac:chgData name="Guest User" userId="" providerId="Windows Live" clId="Web-{965BB241-EB9F-5CE3-3F2A-44C087A66A83}" dt="2025-04-24T19:15:29.344" v="29" actId="1076"/>
          <ac:picMkLst>
            <pc:docMk/>
            <pc:sldMk cId="900085003" sldId="269"/>
            <ac:picMk id="6" creationId="{ACCA9C81-9FF8-3AB0-CB0B-C7BB5B20771A}"/>
          </ac:picMkLst>
        </pc:picChg>
        <pc:picChg chg="mod ord">
          <ac:chgData name="Guest User" userId="" providerId="Windows Live" clId="Web-{965BB241-EB9F-5CE3-3F2A-44C087A66A83}" dt="2025-04-24T19:18:22.496" v="44" actId="1076"/>
          <ac:picMkLst>
            <pc:docMk/>
            <pc:sldMk cId="900085003" sldId="269"/>
            <ac:picMk id="8" creationId="{FEAFB12C-B32B-FA67-8736-881528CC7256}"/>
          </ac:picMkLst>
        </pc:picChg>
      </pc:sldChg>
    </pc:docChg>
  </pc:docChgLst>
  <pc:docChgLst>
    <pc:chgData name="Guest User" providerId="Windows Live" clId="Web-{C1614B0D-42DB-53E9-A77E-E1BD14D9A415}"/>
    <pc:docChg chg="modSld">
      <pc:chgData name="Guest User" userId="" providerId="Windows Live" clId="Web-{C1614B0D-42DB-53E9-A77E-E1BD14D9A415}" dt="2025-04-25T00:53:46.307" v="1132" actId="14100"/>
      <pc:docMkLst>
        <pc:docMk/>
      </pc:docMkLst>
      <pc:sldChg chg="addSp delSp modSp">
        <pc:chgData name="Guest User" userId="" providerId="Windows Live" clId="Web-{C1614B0D-42DB-53E9-A77E-E1BD14D9A415}" dt="2025-04-25T00:46:34.573" v="1126" actId="14100"/>
        <pc:sldMkLst>
          <pc:docMk/>
          <pc:sldMk cId="4222159214" sldId="259"/>
        </pc:sldMkLst>
        <pc:spChg chg="mod">
          <ac:chgData name="Guest User" userId="" providerId="Windows Live" clId="Web-{C1614B0D-42DB-53E9-A77E-E1BD14D9A415}" dt="2025-04-25T00:46:31.010" v="1125" actId="14100"/>
          <ac:spMkLst>
            <pc:docMk/>
            <pc:sldMk cId="4222159214" sldId="259"/>
            <ac:spMk id="2" creationId="{1FE9C8DC-EA9A-6F39-3DC1-DF43D0CBA4B1}"/>
          </ac:spMkLst>
        </pc:spChg>
        <pc:spChg chg="mod">
          <ac:chgData name="Guest User" userId="" providerId="Windows Live" clId="Web-{C1614B0D-42DB-53E9-A77E-E1BD14D9A415}" dt="2025-04-25T00:45:57.806" v="1121" actId="14100"/>
          <ac:spMkLst>
            <pc:docMk/>
            <pc:sldMk cId="4222159214" sldId="259"/>
            <ac:spMk id="3" creationId="{49ACA50B-3ACE-03E1-D6AF-91D5641BB859}"/>
          </ac:spMkLst>
        </pc:spChg>
        <pc:spChg chg="add mod">
          <ac:chgData name="Guest User" userId="" providerId="Windows Live" clId="Web-{C1614B0D-42DB-53E9-A77E-E1BD14D9A415}" dt="2025-04-25T00:43:58.942" v="1102" actId="14100"/>
          <ac:spMkLst>
            <pc:docMk/>
            <pc:sldMk cId="4222159214" sldId="259"/>
            <ac:spMk id="7" creationId="{0ADD6810-23FE-2D21-1939-056CF30EB75F}"/>
          </ac:spMkLst>
        </pc:spChg>
        <pc:spChg chg="add mod">
          <ac:chgData name="Guest User" userId="" providerId="Windows Live" clId="Web-{C1614B0D-42DB-53E9-A77E-E1BD14D9A415}" dt="2025-04-25T00:46:34.573" v="1126" actId="14100"/>
          <ac:spMkLst>
            <pc:docMk/>
            <pc:sldMk cId="4222159214" sldId="259"/>
            <ac:spMk id="9" creationId="{9616DD3A-7B96-0EE5-C443-BFE97655092B}"/>
          </ac:spMkLst>
        </pc:spChg>
        <pc:picChg chg="add mod">
          <ac:chgData name="Guest User" userId="" providerId="Windows Live" clId="Web-{C1614B0D-42DB-53E9-A77E-E1BD14D9A415}" dt="2025-04-25T00:42:54.331" v="1089" actId="1076"/>
          <ac:picMkLst>
            <pc:docMk/>
            <pc:sldMk cId="4222159214" sldId="259"/>
            <ac:picMk id="4" creationId="{1A09F6DF-9903-D094-33AF-477D6D55DC14}"/>
          </ac:picMkLst>
        </pc:picChg>
        <pc:picChg chg="add del mod">
          <ac:chgData name="Guest User" userId="" providerId="Windows Live" clId="Web-{C1614B0D-42DB-53E9-A77E-E1BD14D9A415}" dt="2025-04-24T23:25:53.470" v="519"/>
          <ac:picMkLst>
            <pc:docMk/>
            <pc:sldMk cId="4222159214" sldId="259"/>
            <ac:picMk id="4" creationId="{94831105-CD99-6A33-BF2E-A96360609F5B}"/>
          </ac:picMkLst>
        </pc:picChg>
        <pc:picChg chg="add del mod">
          <ac:chgData name="Guest User" userId="" providerId="Windows Live" clId="Web-{C1614B0D-42DB-53E9-A77E-E1BD14D9A415}" dt="2025-04-24T23:42:00.152" v="594"/>
          <ac:picMkLst>
            <pc:docMk/>
            <pc:sldMk cId="4222159214" sldId="259"/>
            <ac:picMk id="5" creationId="{2B98180A-5130-3E9F-7AFE-8C33C96E144F}"/>
          </ac:picMkLst>
        </pc:picChg>
        <pc:picChg chg="add mod">
          <ac:chgData name="Guest User" userId="" providerId="Windows Live" clId="Web-{C1614B0D-42DB-53E9-A77E-E1BD14D9A415}" dt="2025-04-25T00:42:54.346" v="1090" actId="1076"/>
          <ac:picMkLst>
            <pc:docMk/>
            <pc:sldMk cId="4222159214" sldId="259"/>
            <ac:picMk id="5" creationId="{EA701C1E-1513-7B67-E451-7951DA05EF6F}"/>
          </ac:picMkLst>
        </pc:picChg>
        <pc:picChg chg="add mod">
          <ac:chgData name="Guest User" userId="" providerId="Windows Live" clId="Web-{C1614B0D-42DB-53E9-A77E-E1BD14D9A415}" dt="2025-04-25T00:42:54.378" v="1091" actId="1076"/>
          <ac:picMkLst>
            <pc:docMk/>
            <pc:sldMk cId="4222159214" sldId="259"/>
            <ac:picMk id="6" creationId="{60ACD6E0-B883-91C6-63C2-FC0137788925}"/>
          </ac:picMkLst>
        </pc:picChg>
        <pc:picChg chg="add del mod">
          <ac:chgData name="Guest User" userId="" providerId="Windows Live" clId="Web-{C1614B0D-42DB-53E9-A77E-E1BD14D9A415}" dt="2025-04-25T00:24:27.325" v="855"/>
          <ac:picMkLst>
            <pc:docMk/>
            <pc:sldMk cId="4222159214" sldId="259"/>
            <ac:picMk id="8" creationId="{38A04376-45DF-9062-201E-FD2E2D9D83EB}"/>
          </ac:picMkLst>
        </pc:picChg>
      </pc:sldChg>
      <pc:sldChg chg="addSp delSp modSp">
        <pc:chgData name="Guest User" userId="" providerId="Windows Live" clId="Web-{C1614B0D-42DB-53E9-A77E-E1BD14D9A415}" dt="2025-04-25T00:53:46.307" v="1132" actId="14100"/>
        <pc:sldMkLst>
          <pc:docMk/>
          <pc:sldMk cId="1006916164" sldId="260"/>
        </pc:sldMkLst>
        <pc:spChg chg="mod">
          <ac:chgData name="Guest User" userId="" providerId="Windows Live" clId="Web-{C1614B0D-42DB-53E9-A77E-E1BD14D9A415}" dt="2025-04-25T00:44:58.257" v="1117" actId="14100"/>
          <ac:spMkLst>
            <pc:docMk/>
            <pc:sldMk cId="1006916164" sldId="260"/>
            <ac:spMk id="2" creationId="{AD7663CD-BFC1-5E5B-5E2A-55FD979F0A32}"/>
          </ac:spMkLst>
        </pc:spChg>
        <pc:spChg chg="mod">
          <ac:chgData name="Guest User" userId="" providerId="Windows Live" clId="Web-{C1614B0D-42DB-53E9-A77E-E1BD14D9A415}" dt="2025-04-25T00:30:47.775" v="1028" actId="20577"/>
          <ac:spMkLst>
            <pc:docMk/>
            <pc:sldMk cId="1006916164" sldId="260"/>
            <ac:spMk id="3" creationId="{8877D89F-1F97-D6BC-26A7-39708B36977D}"/>
          </ac:spMkLst>
        </pc:spChg>
        <pc:spChg chg="add mod ord">
          <ac:chgData name="Guest User" userId="" providerId="Windows Live" clId="Web-{C1614B0D-42DB-53E9-A77E-E1BD14D9A415}" dt="2025-04-24T23:44:18.819" v="615" actId="1076"/>
          <ac:spMkLst>
            <pc:docMk/>
            <pc:sldMk cId="1006916164" sldId="260"/>
            <ac:spMk id="5" creationId="{52948994-7423-4A1E-C47D-95A84D78B6A3}"/>
          </ac:spMkLst>
        </pc:spChg>
        <pc:picChg chg="add del mod">
          <ac:chgData name="Guest User" userId="" providerId="Windows Live" clId="Web-{C1614B0D-42DB-53E9-A77E-E1BD14D9A415}" dt="2025-04-25T00:31:02.526" v="1032"/>
          <ac:picMkLst>
            <pc:docMk/>
            <pc:sldMk cId="1006916164" sldId="260"/>
            <ac:picMk id="4" creationId="{97159943-16B0-38B0-3435-8372EA95ABBB}"/>
          </ac:picMkLst>
        </pc:picChg>
        <pc:picChg chg="add del mod">
          <ac:chgData name="Guest User" userId="" providerId="Windows Live" clId="Web-{C1614B0D-42DB-53E9-A77E-E1BD14D9A415}" dt="2025-04-25T00:53:38.510" v="1130"/>
          <ac:picMkLst>
            <pc:docMk/>
            <pc:sldMk cId="1006916164" sldId="260"/>
            <ac:picMk id="6" creationId="{B16DDF3C-47CE-86E2-6EDD-B7E443A21EE4}"/>
          </ac:picMkLst>
        </pc:picChg>
        <pc:picChg chg="add mod">
          <ac:chgData name="Guest User" userId="" providerId="Windows Live" clId="Web-{C1614B0D-42DB-53E9-A77E-E1BD14D9A415}" dt="2025-04-25T00:53:46.307" v="1132" actId="14100"/>
          <ac:picMkLst>
            <pc:docMk/>
            <pc:sldMk cId="1006916164" sldId="260"/>
            <ac:picMk id="7" creationId="{7CA32DB6-7F73-39DE-6157-A65D0F3A9B07}"/>
          </ac:picMkLst>
        </pc:picChg>
      </pc:sldChg>
    </pc:docChg>
  </pc:docChgLst>
  <pc:docChgLst>
    <pc:chgData name="Andrew Fish" userId="a03d959f75c04e9f" providerId="LiveId" clId="{C684B759-2D30-4DA4-9DCA-CB6A65722A5C}"/>
    <pc:docChg chg="custSel addSld delSld modSld sldOrd">
      <pc:chgData name="Andrew Fish" userId="a03d959f75c04e9f" providerId="LiveId" clId="{C684B759-2D30-4DA4-9DCA-CB6A65722A5C}" dt="2025-04-25T03:35:01.842" v="1332" actId="47"/>
      <pc:docMkLst>
        <pc:docMk/>
      </pc:docMkLst>
      <pc:sldChg chg="modSp mod">
        <pc:chgData name="Andrew Fish" userId="a03d959f75c04e9f" providerId="LiveId" clId="{C684B759-2D30-4DA4-9DCA-CB6A65722A5C}" dt="2025-04-24T19:08:22.892" v="39" actId="20577"/>
        <pc:sldMkLst>
          <pc:docMk/>
          <pc:sldMk cId="3140405798" sldId="256"/>
        </pc:sldMkLst>
        <pc:spChg chg="mod">
          <ac:chgData name="Andrew Fish" userId="a03d959f75c04e9f" providerId="LiveId" clId="{C684B759-2D30-4DA4-9DCA-CB6A65722A5C}" dt="2025-04-24T19:08:22.892" v="39" actId="20577"/>
          <ac:spMkLst>
            <pc:docMk/>
            <pc:sldMk cId="3140405798" sldId="256"/>
            <ac:spMk id="2" creationId="{FF6D852B-B6BD-AA0F-56C2-0AB098A38566}"/>
          </ac:spMkLst>
        </pc:spChg>
        <pc:spChg chg="mod">
          <ac:chgData name="Andrew Fish" userId="a03d959f75c04e9f" providerId="LiveId" clId="{C684B759-2D30-4DA4-9DCA-CB6A65722A5C}" dt="2025-04-24T19:08:14.280" v="17"/>
          <ac:spMkLst>
            <pc:docMk/>
            <pc:sldMk cId="3140405798" sldId="256"/>
            <ac:spMk id="3" creationId="{09A41640-C6D4-4345-AC20-2141E124A721}"/>
          </ac:spMkLst>
        </pc:spChg>
      </pc:sldChg>
      <pc:sldChg chg="addSp modSp new mod">
        <pc:chgData name="Andrew Fish" userId="a03d959f75c04e9f" providerId="LiveId" clId="{C684B759-2D30-4DA4-9DCA-CB6A65722A5C}" dt="2025-04-25T03:34:32.080" v="1329" actId="6549"/>
        <pc:sldMkLst>
          <pc:docMk/>
          <pc:sldMk cId="2588433164" sldId="257"/>
        </pc:sldMkLst>
        <pc:spChg chg="mod">
          <ac:chgData name="Andrew Fish" userId="a03d959f75c04e9f" providerId="LiveId" clId="{C684B759-2D30-4DA4-9DCA-CB6A65722A5C}" dt="2025-04-24T19:14:49.468" v="53" actId="20577"/>
          <ac:spMkLst>
            <pc:docMk/>
            <pc:sldMk cId="2588433164" sldId="257"/>
            <ac:spMk id="2" creationId="{01E6AAD8-F284-08A6-ED89-2A1697935333}"/>
          </ac:spMkLst>
        </pc:spChg>
        <pc:spChg chg="mod">
          <ac:chgData name="Andrew Fish" userId="a03d959f75c04e9f" providerId="LiveId" clId="{C684B759-2D30-4DA4-9DCA-CB6A65722A5C}" dt="2025-04-25T03:34:32.080" v="1329" actId="6549"/>
          <ac:spMkLst>
            <pc:docMk/>
            <pc:sldMk cId="2588433164" sldId="257"/>
            <ac:spMk id="3" creationId="{3FD370CE-62C4-494B-6B05-8F4C1AF0C082}"/>
          </ac:spMkLst>
        </pc:spChg>
        <pc:graphicFrameChg chg="add mod modGraphic">
          <ac:chgData name="Andrew Fish" userId="a03d959f75c04e9f" providerId="LiveId" clId="{C684B759-2D30-4DA4-9DCA-CB6A65722A5C}" dt="2025-04-24T19:36:24.612" v="1217" actId="12385"/>
          <ac:graphicFrameMkLst>
            <pc:docMk/>
            <pc:sldMk cId="2588433164" sldId="257"/>
            <ac:graphicFrameMk id="4" creationId="{927B06CB-C15D-EC83-33F7-D99E3DF47B52}"/>
          </ac:graphicFrameMkLst>
        </pc:graphicFrameChg>
        <pc:picChg chg="add mod">
          <ac:chgData name="Andrew Fish" userId="a03d959f75c04e9f" providerId="LiveId" clId="{C684B759-2D30-4DA4-9DCA-CB6A65722A5C}" dt="2025-04-24T19:23:34.332" v="131" actId="1076"/>
          <ac:picMkLst>
            <pc:docMk/>
            <pc:sldMk cId="2588433164" sldId="257"/>
            <ac:picMk id="6" creationId="{96AE707D-BE67-9716-BAA1-7C98F7DCB9B2}"/>
          </ac:picMkLst>
        </pc:picChg>
      </pc:sldChg>
      <pc:sldChg chg="addSp modSp new mod">
        <pc:chgData name="Andrew Fish" userId="a03d959f75c04e9f" providerId="LiveId" clId="{C684B759-2D30-4DA4-9DCA-CB6A65722A5C}" dt="2025-04-25T03:34:20.830" v="1325" actId="20577"/>
        <pc:sldMkLst>
          <pc:docMk/>
          <pc:sldMk cId="1480492334" sldId="258"/>
        </pc:sldMkLst>
        <pc:spChg chg="mod">
          <ac:chgData name="Andrew Fish" userId="a03d959f75c04e9f" providerId="LiveId" clId="{C684B759-2D30-4DA4-9DCA-CB6A65722A5C}" dt="2025-04-24T19:30:15.329" v="835" actId="20577"/>
          <ac:spMkLst>
            <pc:docMk/>
            <pc:sldMk cId="1480492334" sldId="258"/>
            <ac:spMk id="2" creationId="{7299F2B5-E233-AD3C-0F81-A9B8F8865B6C}"/>
          </ac:spMkLst>
        </pc:spChg>
        <pc:spChg chg="mod">
          <ac:chgData name="Andrew Fish" userId="a03d959f75c04e9f" providerId="LiveId" clId="{C684B759-2D30-4DA4-9DCA-CB6A65722A5C}" dt="2025-04-25T03:34:20.830" v="1325" actId="20577"/>
          <ac:spMkLst>
            <pc:docMk/>
            <pc:sldMk cId="1480492334" sldId="258"/>
            <ac:spMk id="3" creationId="{0EDF3769-83EF-36C8-F888-C4091C1E777D}"/>
          </ac:spMkLst>
        </pc:spChg>
        <pc:graphicFrameChg chg="add mod modGraphic">
          <ac:chgData name="Andrew Fish" userId="a03d959f75c04e9f" providerId="LiveId" clId="{C684B759-2D30-4DA4-9DCA-CB6A65722A5C}" dt="2025-04-24T19:36:18.999" v="1216" actId="12385"/>
          <ac:graphicFrameMkLst>
            <pc:docMk/>
            <pc:sldMk cId="1480492334" sldId="258"/>
            <ac:graphicFrameMk id="4" creationId="{A909D600-A9E7-8097-574E-F8F68AB67BBA}"/>
          </ac:graphicFrameMkLst>
        </pc:graphicFrameChg>
        <pc:picChg chg="add mod">
          <ac:chgData name="Andrew Fish" userId="a03d959f75c04e9f" providerId="LiveId" clId="{C684B759-2D30-4DA4-9DCA-CB6A65722A5C}" dt="2025-04-24T19:32:44.019" v="918" actId="1076"/>
          <ac:picMkLst>
            <pc:docMk/>
            <pc:sldMk cId="1480492334" sldId="258"/>
            <ac:picMk id="6" creationId="{95B888B9-B4E4-B417-4606-AB7F136A0FA0}"/>
          </ac:picMkLst>
        </pc:picChg>
      </pc:sldChg>
      <pc:sldChg chg="new">
        <pc:chgData name="Andrew Fish" userId="a03d959f75c04e9f" providerId="LiveId" clId="{C684B759-2D30-4DA4-9DCA-CB6A65722A5C}" dt="2025-04-24T19:07:39.472" v="8" actId="680"/>
        <pc:sldMkLst>
          <pc:docMk/>
          <pc:sldMk cId="4222159214" sldId="259"/>
        </pc:sldMkLst>
      </pc:sldChg>
      <pc:sldChg chg="new">
        <pc:chgData name="Andrew Fish" userId="a03d959f75c04e9f" providerId="LiveId" clId="{C684B759-2D30-4DA4-9DCA-CB6A65722A5C}" dt="2025-04-24T19:07:39.903" v="9" actId="680"/>
        <pc:sldMkLst>
          <pc:docMk/>
          <pc:sldMk cId="1006916164" sldId="260"/>
        </pc:sldMkLst>
      </pc:sldChg>
      <pc:sldChg chg="new">
        <pc:chgData name="Andrew Fish" userId="a03d959f75c04e9f" providerId="LiveId" clId="{C684B759-2D30-4DA4-9DCA-CB6A65722A5C}" dt="2025-04-24T19:07:40.209" v="10" actId="680"/>
        <pc:sldMkLst>
          <pc:docMk/>
          <pc:sldMk cId="4028510109" sldId="261"/>
        </pc:sldMkLst>
      </pc:sldChg>
      <pc:sldChg chg="new">
        <pc:chgData name="Andrew Fish" userId="a03d959f75c04e9f" providerId="LiveId" clId="{C684B759-2D30-4DA4-9DCA-CB6A65722A5C}" dt="2025-04-24T19:07:40.497" v="11" actId="680"/>
        <pc:sldMkLst>
          <pc:docMk/>
          <pc:sldMk cId="4138604458" sldId="262"/>
        </pc:sldMkLst>
      </pc:sldChg>
      <pc:sldChg chg="new del">
        <pc:chgData name="Andrew Fish" userId="a03d959f75c04e9f" providerId="LiveId" clId="{C684B759-2D30-4DA4-9DCA-CB6A65722A5C}" dt="2025-04-25T03:35:01.842" v="1332" actId="47"/>
        <pc:sldMkLst>
          <pc:docMk/>
          <pc:sldMk cId="3382341993" sldId="263"/>
        </pc:sldMkLst>
      </pc:sldChg>
      <pc:sldChg chg="new del">
        <pc:chgData name="Andrew Fish" userId="a03d959f75c04e9f" providerId="LiveId" clId="{C684B759-2D30-4DA4-9DCA-CB6A65722A5C}" dt="2025-04-25T03:35:01.261" v="1331" actId="47"/>
        <pc:sldMkLst>
          <pc:docMk/>
          <pc:sldMk cId="2508173425" sldId="264"/>
        </pc:sldMkLst>
      </pc:sldChg>
      <pc:sldChg chg="new del">
        <pc:chgData name="Andrew Fish" userId="a03d959f75c04e9f" providerId="LiveId" clId="{C684B759-2D30-4DA4-9DCA-CB6A65722A5C}" dt="2025-04-25T03:35:00.818" v="1330" actId="47"/>
        <pc:sldMkLst>
          <pc:docMk/>
          <pc:sldMk cId="1871638192" sldId="265"/>
        </pc:sldMkLst>
      </pc:sldChg>
      <pc:sldChg chg="new del">
        <pc:chgData name="Andrew Fish" userId="a03d959f75c04e9f" providerId="LiveId" clId="{C684B759-2D30-4DA4-9DCA-CB6A65722A5C}" dt="2025-04-24T19:36:39.642" v="1218" actId="47"/>
        <pc:sldMkLst>
          <pc:docMk/>
          <pc:sldMk cId="3185759452" sldId="266"/>
        </pc:sldMkLst>
      </pc:sldChg>
      <pc:sldChg chg="new del">
        <pc:chgData name="Andrew Fish" userId="a03d959f75c04e9f" providerId="LiveId" clId="{C684B759-2D30-4DA4-9DCA-CB6A65722A5C}" dt="2025-04-24T19:36:40.354" v="1219" actId="47"/>
        <pc:sldMkLst>
          <pc:docMk/>
          <pc:sldMk cId="1756133944" sldId="267"/>
        </pc:sldMkLst>
      </pc:sldChg>
      <pc:sldChg chg="ord">
        <pc:chgData name="Andrew Fish" userId="a03d959f75c04e9f" providerId="LiveId" clId="{C684B759-2D30-4DA4-9DCA-CB6A65722A5C}" dt="2025-04-24T19:57:34.398" v="1223"/>
        <pc:sldMkLst>
          <pc:docMk/>
          <pc:sldMk cId="2632026669" sldId="268"/>
        </pc:sldMkLst>
      </pc:sldChg>
      <pc:sldChg chg="ord">
        <pc:chgData name="Andrew Fish" userId="a03d959f75c04e9f" providerId="LiveId" clId="{C684B759-2D30-4DA4-9DCA-CB6A65722A5C}" dt="2025-04-24T19:57:31.918" v="1221"/>
        <pc:sldMkLst>
          <pc:docMk/>
          <pc:sldMk cId="900085003" sldId="269"/>
        </pc:sldMkLst>
      </pc:sldChg>
    </pc:docChg>
  </pc:docChgLst>
  <pc:docChgLst>
    <pc:chgData name="Guest User" providerId="Windows Live" clId="Web-{3BE08AE6-FAB6-6704-081E-AE51D889B018}"/>
    <pc:docChg chg="modSld">
      <pc:chgData name="Guest User" userId="" providerId="Windows Live" clId="Web-{3BE08AE6-FAB6-6704-081E-AE51D889B018}" dt="2025-04-25T03:43:01.955" v="126" actId="1076"/>
      <pc:docMkLst>
        <pc:docMk/>
      </pc:docMkLst>
      <pc:sldChg chg="addSp delSp modSp">
        <pc:chgData name="Guest User" userId="" providerId="Windows Live" clId="Web-{3BE08AE6-FAB6-6704-081E-AE51D889B018}" dt="2025-04-25T03:43:01.955" v="126" actId="1076"/>
        <pc:sldMkLst>
          <pc:docMk/>
          <pc:sldMk cId="4028510109" sldId="261"/>
        </pc:sldMkLst>
        <pc:spChg chg="mod">
          <ac:chgData name="Guest User" userId="" providerId="Windows Live" clId="Web-{3BE08AE6-FAB6-6704-081E-AE51D889B018}" dt="2025-04-25T03:21:50.296" v="59" actId="20577"/>
          <ac:spMkLst>
            <pc:docMk/>
            <pc:sldMk cId="4028510109" sldId="261"/>
            <ac:spMk id="2" creationId="{495D06A8-7AC8-9C39-41B0-332E4CC1F80A}"/>
          </ac:spMkLst>
        </pc:spChg>
        <pc:spChg chg="del">
          <ac:chgData name="Guest User" userId="" providerId="Windows Live" clId="Web-{3BE08AE6-FAB6-6704-081E-AE51D889B018}" dt="2025-04-25T03:11:51.937" v="0"/>
          <ac:spMkLst>
            <pc:docMk/>
            <pc:sldMk cId="4028510109" sldId="261"/>
            <ac:spMk id="3" creationId="{0C109123-B7B5-B147-801D-49ADCAF4E131}"/>
          </ac:spMkLst>
        </pc:spChg>
        <pc:spChg chg="add del mod">
          <ac:chgData name="Guest User" userId="" providerId="Windows Live" clId="Web-{3BE08AE6-FAB6-6704-081E-AE51D889B018}" dt="2025-04-25T03:14:35.207" v="5"/>
          <ac:spMkLst>
            <pc:docMk/>
            <pc:sldMk cId="4028510109" sldId="261"/>
            <ac:spMk id="6" creationId="{960D9327-C185-EF34-0EAE-FFEA957369F6}"/>
          </ac:spMkLst>
        </pc:spChg>
        <pc:spChg chg="add mod">
          <ac:chgData name="Guest User" userId="" providerId="Windows Live" clId="Web-{3BE08AE6-FAB6-6704-081E-AE51D889B018}" dt="2025-04-25T03:42:55.814" v="123" actId="1076"/>
          <ac:spMkLst>
            <pc:docMk/>
            <pc:sldMk cId="4028510109" sldId="261"/>
            <ac:spMk id="9" creationId="{B4C2A292-7B22-793D-4C57-0003F25AED1B}"/>
          </ac:spMkLst>
        </pc:spChg>
        <pc:picChg chg="add del mod ord">
          <ac:chgData name="Guest User" userId="" providerId="Windows Live" clId="Web-{3BE08AE6-FAB6-6704-081E-AE51D889B018}" dt="2025-04-25T03:14:06.050" v="4"/>
          <ac:picMkLst>
            <pc:docMk/>
            <pc:sldMk cId="4028510109" sldId="261"/>
            <ac:picMk id="4" creationId="{EFCD8C84-180D-03E6-3C00-194206E6B714}"/>
          </ac:picMkLst>
        </pc:picChg>
        <pc:picChg chg="add mod ord">
          <ac:chgData name="Guest User" userId="" providerId="Windows Live" clId="Web-{3BE08AE6-FAB6-6704-081E-AE51D889B018}" dt="2025-04-25T03:42:59.001" v="125" actId="1076"/>
          <ac:picMkLst>
            <pc:docMk/>
            <pc:sldMk cId="4028510109" sldId="261"/>
            <ac:picMk id="7" creationId="{763446F8-B010-919D-9F23-14A0133D039F}"/>
          </ac:picMkLst>
        </pc:picChg>
        <pc:picChg chg="add mod">
          <ac:chgData name="Guest User" userId="" providerId="Windows Live" clId="Web-{3BE08AE6-FAB6-6704-081E-AE51D889B018}" dt="2025-04-25T03:43:01.955" v="126" actId="1076"/>
          <ac:picMkLst>
            <pc:docMk/>
            <pc:sldMk cId="4028510109" sldId="261"/>
            <ac:picMk id="8" creationId="{6699674A-27F0-54E5-77C1-158665F3BEDC}"/>
          </ac:picMkLst>
        </pc:picChg>
      </pc:sldChg>
      <pc:sldChg chg="addSp delSp modSp">
        <pc:chgData name="Guest User" userId="" providerId="Windows Live" clId="Web-{3BE08AE6-FAB6-6704-081E-AE51D889B018}" dt="2025-04-25T03:42:31.548" v="120" actId="1076"/>
        <pc:sldMkLst>
          <pc:docMk/>
          <pc:sldMk cId="4138604458" sldId="262"/>
        </pc:sldMkLst>
        <pc:spChg chg="mod">
          <ac:chgData name="Guest User" userId="" providerId="Windows Live" clId="Web-{3BE08AE6-FAB6-6704-081E-AE51D889B018}" dt="2025-04-25T03:41:35.420" v="117" actId="14100"/>
          <ac:spMkLst>
            <pc:docMk/>
            <pc:sldMk cId="4138604458" sldId="262"/>
            <ac:spMk id="2" creationId="{05D68150-FC40-8B96-E100-A7E5B95502EB}"/>
          </ac:spMkLst>
        </pc:spChg>
        <pc:spChg chg="del">
          <ac:chgData name="Guest User" userId="" providerId="Windows Live" clId="Web-{3BE08AE6-FAB6-6704-081E-AE51D889B018}" dt="2025-04-25T03:37:12.945" v="65"/>
          <ac:spMkLst>
            <pc:docMk/>
            <pc:sldMk cId="4138604458" sldId="262"/>
            <ac:spMk id="3" creationId="{C361F305-B373-0C65-90B0-A34B586D986E}"/>
          </ac:spMkLst>
        </pc:spChg>
        <pc:spChg chg="add del mod">
          <ac:chgData name="Guest User" userId="" providerId="Windows Live" clId="Web-{3BE08AE6-FAB6-6704-081E-AE51D889B018}" dt="2025-04-25T03:38:59.448" v="68"/>
          <ac:spMkLst>
            <pc:docMk/>
            <pc:sldMk cId="4138604458" sldId="262"/>
            <ac:spMk id="6" creationId="{FF933CB6-C5C8-DB94-58F9-224E8A0A964E}"/>
          </ac:spMkLst>
        </pc:spChg>
        <pc:spChg chg="add mod">
          <ac:chgData name="Guest User" userId="" providerId="Windows Live" clId="Web-{3BE08AE6-FAB6-6704-081E-AE51D889B018}" dt="2025-04-25T03:42:27.360" v="119" actId="1076"/>
          <ac:spMkLst>
            <pc:docMk/>
            <pc:sldMk cId="4138604458" sldId="262"/>
            <ac:spMk id="8" creationId="{6F5777D2-81AF-4F29-1677-B0A3A484884A}"/>
          </ac:spMkLst>
        </pc:spChg>
        <pc:picChg chg="add del mod ord">
          <ac:chgData name="Guest User" userId="" providerId="Windows Live" clId="Web-{3BE08AE6-FAB6-6704-081E-AE51D889B018}" dt="2025-04-25T03:38:57.994" v="67"/>
          <ac:picMkLst>
            <pc:docMk/>
            <pc:sldMk cId="4138604458" sldId="262"/>
            <ac:picMk id="4" creationId="{9749E6FD-5481-4DFE-D7C0-22A00E259951}"/>
          </ac:picMkLst>
        </pc:picChg>
        <pc:picChg chg="add mod ord">
          <ac:chgData name="Guest User" userId="" providerId="Windows Live" clId="Web-{3BE08AE6-FAB6-6704-081E-AE51D889B018}" dt="2025-04-25T03:42:31.548" v="120" actId="1076"/>
          <ac:picMkLst>
            <pc:docMk/>
            <pc:sldMk cId="4138604458" sldId="262"/>
            <ac:picMk id="7" creationId="{5F0B1B0B-A886-A493-229F-4B5CE4589DB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97D63-453C-4E5D-B099-CC2F5BA7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F12BCD-E3FC-D701-0338-187973DBC0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31E04C-F05E-2EFD-DA78-13DA2F7B25FA}"/>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5" name="Footer Placeholder 4">
            <a:extLst>
              <a:ext uri="{FF2B5EF4-FFF2-40B4-BE49-F238E27FC236}">
                <a16:creationId xmlns:a16="http://schemas.microsoft.com/office/drawing/2014/main" id="{182F30C3-F94F-506C-8DF7-72A975B47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06ED6-85CA-DFE5-AEF5-3B658B9DE0F6}"/>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802421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7E285-54EE-EE69-A44C-D79D009BD8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ECDB66-6F8C-9A69-DE45-46EA6C45E3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9FD7A-944F-237F-6680-4A4F89A8088A}"/>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5" name="Footer Placeholder 4">
            <a:extLst>
              <a:ext uri="{FF2B5EF4-FFF2-40B4-BE49-F238E27FC236}">
                <a16:creationId xmlns:a16="http://schemas.microsoft.com/office/drawing/2014/main" id="{749BE62E-3AFF-AC9F-988F-4A3A6D501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4D21EF-1E2B-637F-C264-8E672712AA29}"/>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2108015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9582C-612F-E48D-2DEB-3FBBCB0ACA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89DCD9-179B-98B2-AA1F-4E8C7C9AF5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247C2D-1DA7-B8A8-DB13-8B675742CCCA}"/>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5" name="Footer Placeholder 4">
            <a:extLst>
              <a:ext uri="{FF2B5EF4-FFF2-40B4-BE49-F238E27FC236}">
                <a16:creationId xmlns:a16="http://schemas.microsoft.com/office/drawing/2014/main" id="{15FFDA22-1940-0B9C-A4A5-435F6EF760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DAED61-46E0-4A29-9B29-343877E1ACA5}"/>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2350129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8DE1-B765-99FC-B886-5213137C1A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1EDCBA-01EE-53D4-2353-8E0AD0EA27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DA4631-7EA9-79B5-361D-E603084E2B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DF5313-47E7-64A5-3513-857801003025}"/>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6" name="Footer Placeholder 5">
            <a:extLst>
              <a:ext uri="{FF2B5EF4-FFF2-40B4-BE49-F238E27FC236}">
                <a16:creationId xmlns:a16="http://schemas.microsoft.com/office/drawing/2014/main" id="{3E7DEA4A-31F1-7578-7FAE-6B49DA09C3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8FC4C-BC18-5DE6-055C-EF0B1BF55800}"/>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3864977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664C6-2B54-0253-377C-E80EC7196D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F2515A-B6A3-B0A0-4C19-BE0F5BDE76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B1C923-E40F-D443-FA1B-103734109A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A174A9-348E-F106-EE28-D827F8D68C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5BFBE9-A035-005F-796E-679FD3F1CB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32EF56-096F-1037-06FA-20EB6672A8DF}"/>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8" name="Footer Placeholder 7">
            <a:extLst>
              <a:ext uri="{FF2B5EF4-FFF2-40B4-BE49-F238E27FC236}">
                <a16:creationId xmlns:a16="http://schemas.microsoft.com/office/drawing/2014/main" id="{3BD36F36-86D5-9A22-0FCE-8796B884D3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AE28FE-2803-4553-81BA-8C25967BCFFC}"/>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226482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0D1A2-EC31-973D-39E5-2E524700D4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9E1BF6-DD22-C19D-7593-3FE99FE15E95}"/>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4" name="Footer Placeholder 3">
            <a:extLst>
              <a:ext uri="{FF2B5EF4-FFF2-40B4-BE49-F238E27FC236}">
                <a16:creationId xmlns:a16="http://schemas.microsoft.com/office/drawing/2014/main" id="{FD0FB5EA-259E-3D9B-9115-A5F6473977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EFBD54-ED3B-99AB-6786-87F1A17F0AD0}"/>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1470116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2A49F-F532-C89A-19BE-9818D9F4E67C}"/>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3" name="Footer Placeholder 2">
            <a:extLst>
              <a:ext uri="{FF2B5EF4-FFF2-40B4-BE49-F238E27FC236}">
                <a16:creationId xmlns:a16="http://schemas.microsoft.com/office/drawing/2014/main" id="{95980556-100A-127B-7CCD-8A543EEEAD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4F3880-5050-76AF-606C-F2898DECD8A1}"/>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2354100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85892-5EBA-F19A-7C45-8B6EA14144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164C1F-4175-28AD-D5A6-5C6D84E110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09245A-C2B7-F8FB-FED9-CD9803075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E6C134-5E79-5093-EB5F-A051732F3709}"/>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6" name="Footer Placeholder 5">
            <a:extLst>
              <a:ext uri="{FF2B5EF4-FFF2-40B4-BE49-F238E27FC236}">
                <a16:creationId xmlns:a16="http://schemas.microsoft.com/office/drawing/2014/main" id="{76B7BD23-EBFB-E459-079F-9C5B818DA3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8CD162-5536-04F6-4D2B-26F77F6368F1}"/>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756662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50D68-134E-0BCC-24BB-DF5E84C6F7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3E7111-1291-9B08-738E-7DBBC1FD7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5C9C30-6B42-57C7-DA0F-26E1F57D5F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1B4149-DBD2-F3C0-50B5-6A92A782DA5D}"/>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6" name="Footer Placeholder 5">
            <a:extLst>
              <a:ext uri="{FF2B5EF4-FFF2-40B4-BE49-F238E27FC236}">
                <a16:creationId xmlns:a16="http://schemas.microsoft.com/office/drawing/2014/main" id="{2BB18458-2ADC-4E31-1A6C-19DF174B2E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F868C-31BA-E5B2-5F78-535226417E02}"/>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3037313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ACC88-AF9D-4E75-0B9F-D48BCBC0B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68B748-4170-CE4F-8E8E-8827801F5F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49910A-C456-72C3-ED49-FB3A709FA143}"/>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5" name="Footer Placeholder 4">
            <a:extLst>
              <a:ext uri="{FF2B5EF4-FFF2-40B4-BE49-F238E27FC236}">
                <a16:creationId xmlns:a16="http://schemas.microsoft.com/office/drawing/2014/main" id="{939101E6-D6C1-9A5F-6DDA-299F717DCC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47879D-62F0-A019-A677-3CFF81F7ECA3}"/>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1200054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BB5B6D-3466-1916-824C-B7D2C7DB48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E1A5E3-4F6A-049A-18D2-3C2B759967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3FC737-64AB-B79F-CEAD-21CBE6ECBC6F}"/>
              </a:ext>
            </a:extLst>
          </p:cNvPr>
          <p:cNvSpPr>
            <a:spLocks noGrp="1"/>
          </p:cNvSpPr>
          <p:nvPr>
            <p:ph type="dt" sz="half" idx="10"/>
          </p:nvPr>
        </p:nvSpPr>
        <p:spPr/>
        <p:txBody>
          <a:bodyPr/>
          <a:lstStyle/>
          <a:p>
            <a:fld id="{9B9DACF1-445E-4A91-9F5D-D207D2A54058}" type="datetimeFigureOut">
              <a:rPr lang="en-US" smtClean="0"/>
              <a:t>4/24/2025</a:t>
            </a:fld>
            <a:endParaRPr lang="en-US"/>
          </a:p>
        </p:txBody>
      </p:sp>
      <p:sp>
        <p:nvSpPr>
          <p:cNvPr id="5" name="Footer Placeholder 4">
            <a:extLst>
              <a:ext uri="{FF2B5EF4-FFF2-40B4-BE49-F238E27FC236}">
                <a16:creationId xmlns:a16="http://schemas.microsoft.com/office/drawing/2014/main" id="{31477014-B6D4-FADE-87E4-8F028182A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4681F9-85EC-C27D-D594-6989B69070C3}"/>
              </a:ext>
            </a:extLst>
          </p:cNvPr>
          <p:cNvSpPr>
            <a:spLocks noGrp="1"/>
          </p:cNvSpPr>
          <p:nvPr>
            <p:ph type="sldNum" sz="quarter" idx="12"/>
          </p:nvPr>
        </p:nvSpPr>
        <p:spPr/>
        <p:txBody>
          <a:bodyPr/>
          <a:lstStyle/>
          <a:p>
            <a:fld id="{9DDDDBF2-6BB6-4DD7-9F05-9EDE1CFB80B3}" type="slidenum">
              <a:rPr lang="en-US" smtClean="0"/>
              <a:t>‹#›</a:t>
            </a:fld>
            <a:endParaRPr lang="en-US"/>
          </a:p>
        </p:txBody>
      </p:sp>
    </p:spTree>
    <p:extLst>
      <p:ext uri="{BB962C8B-B14F-4D97-AF65-F5344CB8AC3E}">
        <p14:creationId xmlns:p14="http://schemas.microsoft.com/office/powerpoint/2010/main" val="566256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389D89-F7BA-05BF-BE50-D062B56523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2B98EE-B23F-E9F5-8730-629DC79635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C340E-93D2-8C5F-FC7F-48C74E677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9DACF1-445E-4A91-9F5D-D207D2A54058}" type="datetimeFigureOut">
              <a:rPr lang="en-US" smtClean="0"/>
              <a:t>4/24/2025</a:t>
            </a:fld>
            <a:endParaRPr lang="en-US"/>
          </a:p>
        </p:txBody>
      </p:sp>
      <p:sp>
        <p:nvSpPr>
          <p:cNvPr id="5" name="Footer Placeholder 4">
            <a:extLst>
              <a:ext uri="{FF2B5EF4-FFF2-40B4-BE49-F238E27FC236}">
                <a16:creationId xmlns:a16="http://schemas.microsoft.com/office/drawing/2014/main" id="{01E4BA3A-5027-484B-75A1-F22B081549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0F23D1E-21BB-BA6B-093E-E39E9CD47A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DDBF2-6BB6-4DD7-9F05-9EDE1CFB80B3}" type="slidenum">
              <a:rPr lang="en-US" smtClean="0"/>
              <a:t>‹#›</a:t>
            </a:fld>
            <a:endParaRPr lang="en-US"/>
          </a:p>
        </p:txBody>
      </p:sp>
    </p:spTree>
    <p:extLst>
      <p:ext uri="{BB962C8B-B14F-4D97-AF65-F5344CB8AC3E}">
        <p14:creationId xmlns:p14="http://schemas.microsoft.com/office/powerpoint/2010/main" val="1916766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D852B-B6BD-AA0F-56C2-0AB098A38566}"/>
              </a:ext>
            </a:extLst>
          </p:cNvPr>
          <p:cNvSpPr>
            <a:spLocks noGrp="1"/>
          </p:cNvSpPr>
          <p:nvPr>
            <p:ph type="ctrTitle"/>
          </p:nvPr>
        </p:nvSpPr>
        <p:spPr/>
        <p:txBody>
          <a:bodyPr/>
          <a:lstStyle/>
          <a:p>
            <a:r>
              <a:rPr lang="en-US" dirty="0"/>
              <a:t>MLB Betting Analysis</a:t>
            </a:r>
          </a:p>
        </p:txBody>
      </p:sp>
      <p:sp>
        <p:nvSpPr>
          <p:cNvPr id="3" name="Subtitle 2">
            <a:extLst>
              <a:ext uri="{FF2B5EF4-FFF2-40B4-BE49-F238E27FC236}">
                <a16:creationId xmlns:a16="http://schemas.microsoft.com/office/drawing/2014/main" id="{09A41640-C6D4-4345-AC20-2141E124A721}"/>
              </a:ext>
            </a:extLst>
          </p:cNvPr>
          <p:cNvSpPr>
            <a:spLocks noGrp="1"/>
          </p:cNvSpPr>
          <p:nvPr>
            <p:ph type="subTitle" idx="1"/>
          </p:nvPr>
        </p:nvSpPr>
        <p:spPr/>
        <p:txBody>
          <a:bodyPr/>
          <a:lstStyle/>
          <a:p>
            <a:r>
              <a:rPr lang="en-US" dirty="0"/>
              <a:t>Yusif </a:t>
            </a:r>
            <a:r>
              <a:rPr lang="en-US" dirty="0" err="1"/>
              <a:t>Affara</a:t>
            </a:r>
            <a:r>
              <a:rPr lang="en-US" dirty="0"/>
              <a:t>, Chase Cardon, Andrew Fish, Marcel Hujanen, Luke Ponticello</a:t>
            </a:r>
          </a:p>
          <a:p>
            <a:endParaRPr lang="en-US" dirty="0"/>
          </a:p>
        </p:txBody>
      </p:sp>
    </p:spTree>
    <p:extLst>
      <p:ext uri="{BB962C8B-B14F-4D97-AF65-F5344CB8AC3E}">
        <p14:creationId xmlns:p14="http://schemas.microsoft.com/office/powerpoint/2010/main" val="3140405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6AAD8-F284-08A6-ED89-2A1697935333}"/>
              </a:ext>
            </a:extLst>
          </p:cNvPr>
          <p:cNvSpPr>
            <a:spLocks noGrp="1"/>
          </p:cNvSpPr>
          <p:nvPr>
            <p:ph type="title"/>
          </p:nvPr>
        </p:nvSpPr>
        <p:spPr/>
        <p:txBody>
          <a:bodyPr/>
          <a:lstStyle/>
          <a:p>
            <a:r>
              <a:rPr lang="en-US" dirty="0"/>
              <a:t>Home</a:t>
            </a:r>
          </a:p>
        </p:txBody>
      </p:sp>
      <p:sp>
        <p:nvSpPr>
          <p:cNvPr id="3" name="Content Placeholder 2">
            <a:extLst>
              <a:ext uri="{FF2B5EF4-FFF2-40B4-BE49-F238E27FC236}">
                <a16:creationId xmlns:a16="http://schemas.microsoft.com/office/drawing/2014/main" id="{3FD370CE-62C4-494B-6B05-8F4C1AF0C082}"/>
              </a:ext>
            </a:extLst>
          </p:cNvPr>
          <p:cNvSpPr>
            <a:spLocks noGrp="1"/>
          </p:cNvSpPr>
          <p:nvPr>
            <p:ph idx="1"/>
          </p:nvPr>
        </p:nvSpPr>
        <p:spPr>
          <a:xfrm>
            <a:off x="838200" y="2516957"/>
            <a:ext cx="5257800" cy="4158444"/>
          </a:xfrm>
        </p:spPr>
        <p:txBody>
          <a:bodyPr>
            <a:normAutofit fontScale="92500"/>
          </a:bodyPr>
          <a:lstStyle/>
          <a:p>
            <a:r>
              <a:rPr lang="en-US" sz="1800" dirty="0"/>
              <a:t>The returns and profits were calculated using a $1 bet size</a:t>
            </a:r>
          </a:p>
          <a:p>
            <a:r>
              <a:rPr lang="en-US" sz="1800" dirty="0"/>
              <a:t>The returns can be deceiving. While appears to be making a lot of money it is cancelled out by betting every game</a:t>
            </a:r>
          </a:p>
          <a:p>
            <a:r>
              <a:rPr lang="en-US" sz="1800" dirty="0"/>
              <a:t>Looking at the waterfall chart only on period with large profits. Started on June 1</a:t>
            </a:r>
            <a:r>
              <a:rPr lang="en-US" sz="1800" baseline="30000" dirty="0"/>
              <a:t>st</a:t>
            </a:r>
            <a:r>
              <a:rPr lang="en-US" sz="1800" dirty="0"/>
              <a:t> and ending on July 1</a:t>
            </a:r>
            <a:r>
              <a:rPr lang="en-US" sz="1800" baseline="30000" dirty="0"/>
              <a:t>st</a:t>
            </a:r>
            <a:endParaRPr lang="en-US" sz="1800" dirty="0"/>
          </a:p>
          <a:p>
            <a:r>
              <a:rPr lang="en-US" sz="1800" dirty="0"/>
              <a:t>Overall, wouldn’t recommend employing this strategy on every game</a:t>
            </a:r>
          </a:p>
          <a:p>
            <a:r>
              <a:rPr lang="en-US" sz="1800" dirty="0"/>
              <a:t>Home Team winning 52.18%*** further investigation could find a profitable strategy using the Home Team</a:t>
            </a:r>
          </a:p>
          <a:p>
            <a:r>
              <a:rPr lang="en-US" sz="1800" dirty="0"/>
              <a:t>Average odds show Home Team is typically favored (-37.15)</a:t>
            </a:r>
          </a:p>
          <a:p>
            <a:r>
              <a:rPr lang="en-US" sz="1800" dirty="0"/>
              <a:t>Receiving about 61% of the bets on average</a:t>
            </a:r>
          </a:p>
        </p:txBody>
      </p:sp>
      <p:graphicFrame>
        <p:nvGraphicFramePr>
          <p:cNvPr id="4" name="Table 3">
            <a:extLst>
              <a:ext uri="{FF2B5EF4-FFF2-40B4-BE49-F238E27FC236}">
                <a16:creationId xmlns:a16="http://schemas.microsoft.com/office/drawing/2014/main" id="{927B06CB-C15D-EC83-33F7-D99E3DF47B52}"/>
              </a:ext>
            </a:extLst>
          </p:cNvPr>
          <p:cNvGraphicFramePr>
            <a:graphicFrameLocks noGrp="1"/>
          </p:cNvGraphicFramePr>
          <p:nvPr>
            <p:extLst>
              <p:ext uri="{D42A27DB-BD31-4B8C-83A1-F6EECF244321}">
                <p14:modId xmlns:p14="http://schemas.microsoft.com/office/powerpoint/2010/main" val="2084241214"/>
              </p:ext>
            </p:extLst>
          </p:nvPr>
        </p:nvGraphicFramePr>
        <p:xfrm>
          <a:off x="838200" y="1454956"/>
          <a:ext cx="5189672" cy="741680"/>
        </p:xfrm>
        <a:graphic>
          <a:graphicData uri="http://schemas.openxmlformats.org/drawingml/2006/table">
            <a:tbl>
              <a:tblPr firstRow="1" bandRow="1">
                <a:tableStyleId>{0660B408-B3CF-4A94-85FC-2B1E0A45F4A2}</a:tableStyleId>
              </a:tblPr>
              <a:tblGrid>
                <a:gridCol w="1297418">
                  <a:extLst>
                    <a:ext uri="{9D8B030D-6E8A-4147-A177-3AD203B41FA5}">
                      <a16:colId xmlns:a16="http://schemas.microsoft.com/office/drawing/2014/main" val="2313782088"/>
                    </a:ext>
                  </a:extLst>
                </a:gridCol>
                <a:gridCol w="1297418">
                  <a:extLst>
                    <a:ext uri="{9D8B030D-6E8A-4147-A177-3AD203B41FA5}">
                      <a16:colId xmlns:a16="http://schemas.microsoft.com/office/drawing/2014/main" val="278971541"/>
                    </a:ext>
                  </a:extLst>
                </a:gridCol>
                <a:gridCol w="1297418">
                  <a:extLst>
                    <a:ext uri="{9D8B030D-6E8A-4147-A177-3AD203B41FA5}">
                      <a16:colId xmlns:a16="http://schemas.microsoft.com/office/drawing/2014/main" val="3569586046"/>
                    </a:ext>
                  </a:extLst>
                </a:gridCol>
                <a:gridCol w="1297418">
                  <a:extLst>
                    <a:ext uri="{9D8B030D-6E8A-4147-A177-3AD203B41FA5}">
                      <a16:colId xmlns:a16="http://schemas.microsoft.com/office/drawing/2014/main" val="1774271949"/>
                    </a:ext>
                  </a:extLst>
                </a:gridCol>
              </a:tblGrid>
              <a:tr h="370840">
                <a:tc>
                  <a:txBody>
                    <a:bodyPr/>
                    <a:lstStyle/>
                    <a:p>
                      <a:r>
                        <a:rPr lang="en-US" dirty="0"/>
                        <a:t>Strategy</a:t>
                      </a:r>
                    </a:p>
                  </a:txBody>
                  <a:tcPr/>
                </a:tc>
                <a:tc>
                  <a:txBody>
                    <a:bodyPr/>
                    <a:lstStyle/>
                    <a:p>
                      <a:r>
                        <a:rPr lang="en-US" dirty="0"/>
                        <a:t>Returns</a:t>
                      </a:r>
                    </a:p>
                  </a:txBody>
                  <a:tcPr/>
                </a:tc>
                <a:tc>
                  <a:txBody>
                    <a:bodyPr/>
                    <a:lstStyle/>
                    <a:p>
                      <a:r>
                        <a:rPr lang="en-US" dirty="0"/>
                        <a:t>Profit</a:t>
                      </a:r>
                    </a:p>
                  </a:txBody>
                  <a:tcPr/>
                </a:tc>
                <a:tc>
                  <a:txBody>
                    <a:bodyPr/>
                    <a:lstStyle/>
                    <a:p>
                      <a:r>
                        <a:rPr lang="en-US" dirty="0"/>
                        <a:t>Profit Rate</a:t>
                      </a:r>
                    </a:p>
                  </a:txBody>
                  <a:tcPr/>
                </a:tc>
                <a:extLst>
                  <a:ext uri="{0D108BD9-81ED-4DB2-BD59-A6C34878D82A}">
                    <a16:rowId xmlns:a16="http://schemas.microsoft.com/office/drawing/2014/main" val="1581722923"/>
                  </a:ext>
                </a:extLst>
              </a:tr>
              <a:tr h="370840">
                <a:tc>
                  <a:txBody>
                    <a:bodyPr/>
                    <a:lstStyle/>
                    <a:p>
                      <a:r>
                        <a:rPr lang="en-US" dirty="0"/>
                        <a:t>Home</a:t>
                      </a:r>
                    </a:p>
                  </a:txBody>
                  <a:tcPr/>
                </a:tc>
                <a:tc>
                  <a:txBody>
                    <a:bodyPr/>
                    <a:lstStyle/>
                    <a:p>
                      <a:r>
                        <a:rPr lang="en-US" dirty="0"/>
                        <a:t>$2335.42</a:t>
                      </a:r>
                    </a:p>
                  </a:txBody>
                  <a:tcPr/>
                </a:tc>
                <a:tc>
                  <a:txBody>
                    <a:bodyPr/>
                    <a:lstStyle/>
                    <a:p>
                      <a:r>
                        <a:rPr lang="en-US" dirty="0"/>
                        <a:t>-$92.58</a:t>
                      </a:r>
                    </a:p>
                  </a:txBody>
                  <a:tcPr/>
                </a:tc>
                <a:tc>
                  <a:txBody>
                    <a:bodyPr/>
                    <a:lstStyle/>
                    <a:p>
                      <a:r>
                        <a:rPr lang="en-US" dirty="0"/>
                        <a:t>-3.81%</a:t>
                      </a:r>
                    </a:p>
                  </a:txBody>
                  <a:tcPr/>
                </a:tc>
                <a:extLst>
                  <a:ext uri="{0D108BD9-81ED-4DB2-BD59-A6C34878D82A}">
                    <a16:rowId xmlns:a16="http://schemas.microsoft.com/office/drawing/2014/main" val="3094132346"/>
                  </a:ext>
                </a:extLst>
              </a:tr>
            </a:tbl>
          </a:graphicData>
        </a:graphic>
      </p:graphicFrame>
      <p:pic>
        <p:nvPicPr>
          <p:cNvPr id="6" name="Picture 5">
            <a:extLst>
              <a:ext uri="{FF2B5EF4-FFF2-40B4-BE49-F238E27FC236}">
                <a16:creationId xmlns:a16="http://schemas.microsoft.com/office/drawing/2014/main" id="{96AE707D-BE67-9716-BAA1-7C98F7DCB9B2}"/>
              </a:ext>
            </a:extLst>
          </p:cNvPr>
          <p:cNvPicPr>
            <a:picLocks noChangeAspect="1"/>
          </p:cNvPicPr>
          <p:nvPr/>
        </p:nvPicPr>
        <p:blipFill>
          <a:blip r:embed="rId2"/>
          <a:stretch>
            <a:fillRect/>
          </a:stretch>
        </p:blipFill>
        <p:spPr>
          <a:xfrm>
            <a:off x="6096000" y="182598"/>
            <a:ext cx="5189670" cy="6492803"/>
          </a:xfrm>
          <a:prstGeom prst="rect">
            <a:avLst/>
          </a:prstGeom>
        </p:spPr>
      </p:pic>
    </p:spTree>
    <p:extLst>
      <p:ext uri="{BB962C8B-B14F-4D97-AF65-F5344CB8AC3E}">
        <p14:creationId xmlns:p14="http://schemas.microsoft.com/office/powerpoint/2010/main" val="2588433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F2B5-E233-AD3C-0F81-A9B8F8865B6C}"/>
              </a:ext>
            </a:extLst>
          </p:cNvPr>
          <p:cNvSpPr>
            <a:spLocks noGrp="1"/>
          </p:cNvSpPr>
          <p:nvPr>
            <p:ph type="title"/>
          </p:nvPr>
        </p:nvSpPr>
        <p:spPr/>
        <p:txBody>
          <a:bodyPr/>
          <a:lstStyle/>
          <a:p>
            <a:r>
              <a:rPr lang="en-US" dirty="0"/>
              <a:t>Away</a:t>
            </a:r>
          </a:p>
        </p:txBody>
      </p:sp>
      <p:sp>
        <p:nvSpPr>
          <p:cNvPr id="3" name="Content Placeholder 2">
            <a:extLst>
              <a:ext uri="{FF2B5EF4-FFF2-40B4-BE49-F238E27FC236}">
                <a16:creationId xmlns:a16="http://schemas.microsoft.com/office/drawing/2014/main" id="{0EDF3769-83EF-36C8-F888-C4091C1E777D}"/>
              </a:ext>
            </a:extLst>
          </p:cNvPr>
          <p:cNvSpPr>
            <a:spLocks noGrp="1"/>
          </p:cNvSpPr>
          <p:nvPr>
            <p:ph idx="1"/>
          </p:nvPr>
        </p:nvSpPr>
        <p:spPr>
          <a:xfrm>
            <a:off x="838200" y="2568737"/>
            <a:ext cx="5257800" cy="4147545"/>
          </a:xfrm>
        </p:spPr>
        <p:txBody>
          <a:bodyPr>
            <a:normAutofit/>
          </a:bodyPr>
          <a:lstStyle/>
          <a:p>
            <a:r>
              <a:rPr lang="en-US" sz="2000" dirty="0"/>
              <a:t>Worse than Home</a:t>
            </a:r>
          </a:p>
          <a:p>
            <a:r>
              <a:rPr lang="en-US" sz="2000" dirty="0"/>
              <a:t>Lower Returns, Profit, and Profit Rate</a:t>
            </a:r>
          </a:p>
          <a:p>
            <a:r>
              <a:rPr lang="en-US" sz="2000" dirty="0"/>
              <a:t>Looking at waterfall chart it is all down no peaks</a:t>
            </a:r>
          </a:p>
          <a:p>
            <a:r>
              <a:rPr lang="en-US" sz="2000" dirty="0"/>
              <a:t>Do not employ this strategy</a:t>
            </a:r>
          </a:p>
          <a:p>
            <a:r>
              <a:rPr lang="en-US" sz="2000" dirty="0"/>
              <a:t>Average odds show Away Team typically underdog (48.7)</a:t>
            </a:r>
          </a:p>
          <a:p>
            <a:r>
              <a:rPr lang="en-US" sz="2000" dirty="0"/>
              <a:t>Away Team wins less often as well 47.69%***</a:t>
            </a:r>
          </a:p>
          <a:p>
            <a:r>
              <a:rPr lang="en-US" sz="2000" dirty="0"/>
              <a:t>Receiving about 39% of the bets on average</a:t>
            </a:r>
          </a:p>
        </p:txBody>
      </p:sp>
      <p:graphicFrame>
        <p:nvGraphicFramePr>
          <p:cNvPr id="4" name="Table 3">
            <a:extLst>
              <a:ext uri="{FF2B5EF4-FFF2-40B4-BE49-F238E27FC236}">
                <a16:creationId xmlns:a16="http://schemas.microsoft.com/office/drawing/2014/main" id="{A909D600-A9E7-8097-574E-F8F68AB67BBA}"/>
              </a:ext>
            </a:extLst>
          </p:cNvPr>
          <p:cNvGraphicFramePr>
            <a:graphicFrameLocks noGrp="1"/>
          </p:cNvGraphicFramePr>
          <p:nvPr>
            <p:extLst>
              <p:ext uri="{D42A27DB-BD31-4B8C-83A1-F6EECF244321}">
                <p14:modId xmlns:p14="http://schemas.microsoft.com/office/powerpoint/2010/main" val="40569821"/>
              </p:ext>
            </p:extLst>
          </p:nvPr>
        </p:nvGraphicFramePr>
        <p:xfrm>
          <a:off x="838200" y="1473811"/>
          <a:ext cx="5257800" cy="741680"/>
        </p:xfrm>
        <a:graphic>
          <a:graphicData uri="http://schemas.openxmlformats.org/drawingml/2006/table">
            <a:tbl>
              <a:tblPr firstRow="1" bandRow="1">
                <a:tableStyleId>{0660B408-B3CF-4A94-85FC-2B1E0A45F4A2}</a:tableStyleId>
              </a:tblPr>
              <a:tblGrid>
                <a:gridCol w="1314450">
                  <a:extLst>
                    <a:ext uri="{9D8B030D-6E8A-4147-A177-3AD203B41FA5}">
                      <a16:colId xmlns:a16="http://schemas.microsoft.com/office/drawing/2014/main" val="887731880"/>
                    </a:ext>
                  </a:extLst>
                </a:gridCol>
                <a:gridCol w="1314450">
                  <a:extLst>
                    <a:ext uri="{9D8B030D-6E8A-4147-A177-3AD203B41FA5}">
                      <a16:colId xmlns:a16="http://schemas.microsoft.com/office/drawing/2014/main" val="3700409890"/>
                    </a:ext>
                  </a:extLst>
                </a:gridCol>
                <a:gridCol w="1314450">
                  <a:extLst>
                    <a:ext uri="{9D8B030D-6E8A-4147-A177-3AD203B41FA5}">
                      <a16:colId xmlns:a16="http://schemas.microsoft.com/office/drawing/2014/main" val="1513001250"/>
                    </a:ext>
                  </a:extLst>
                </a:gridCol>
                <a:gridCol w="1314450">
                  <a:extLst>
                    <a:ext uri="{9D8B030D-6E8A-4147-A177-3AD203B41FA5}">
                      <a16:colId xmlns:a16="http://schemas.microsoft.com/office/drawing/2014/main" val="494868523"/>
                    </a:ext>
                  </a:extLst>
                </a:gridCol>
              </a:tblGrid>
              <a:tr h="370840">
                <a:tc>
                  <a:txBody>
                    <a:bodyPr/>
                    <a:lstStyle/>
                    <a:p>
                      <a:r>
                        <a:rPr lang="en-US" dirty="0"/>
                        <a:t>Strategy</a:t>
                      </a:r>
                    </a:p>
                  </a:txBody>
                  <a:tcPr/>
                </a:tc>
                <a:tc>
                  <a:txBody>
                    <a:bodyPr/>
                    <a:lstStyle/>
                    <a:p>
                      <a:r>
                        <a:rPr lang="en-US" dirty="0"/>
                        <a:t>Returns</a:t>
                      </a:r>
                    </a:p>
                  </a:txBody>
                  <a:tcPr/>
                </a:tc>
                <a:tc>
                  <a:txBody>
                    <a:bodyPr/>
                    <a:lstStyle/>
                    <a:p>
                      <a:r>
                        <a:rPr lang="en-US" dirty="0"/>
                        <a:t>Profit</a:t>
                      </a:r>
                    </a:p>
                  </a:txBody>
                  <a:tcPr/>
                </a:tc>
                <a:tc>
                  <a:txBody>
                    <a:bodyPr/>
                    <a:lstStyle/>
                    <a:p>
                      <a:r>
                        <a:rPr lang="en-US" dirty="0"/>
                        <a:t>Profit Rate</a:t>
                      </a:r>
                    </a:p>
                  </a:txBody>
                  <a:tcPr/>
                </a:tc>
                <a:extLst>
                  <a:ext uri="{0D108BD9-81ED-4DB2-BD59-A6C34878D82A}">
                    <a16:rowId xmlns:a16="http://schemas.microsoft.com/office/drawing/2014/main" val="486151779"/>
                  </a:ext>
                </a:extLst>
              </a:tr>
              <a:tr h="370840">
                <a:tc>
                  <a:txBody>
                    <a:bodyPr/>
                    <a:lstStyle/>
                    <a:p>
                      <a:r>
                        <a:rPr lang="en-US" dirty="0"/>
                        <a:t>Away</a:t>
                      </a:r>
                    </a:p>
                  </a:txBody>
                  <a:tcPr/>
                </a:tc>
                <a:tc>
                  <a:txBody>
                    <a:bodyPr/>
                    <a:lstStyle/>
                    <a:p>
                      <a:r>
                        <a:rPr lang="en-US" dirty="0"/>
                        <a:t>$530.84</a:t>
                      </a:r>
                    </a:p>
                  </a:txBody>
                  <a:tcPr/>
                </a:tc>
                <a:tc>
                  <a:txBody>
                    <a:bodyPr/>
                    <a:lstStyle/>
                    <a:p>
                      <a:r>
                        <a:rPr lang="en-US" dirty="0"/>
                        <a:t>-$1897.16</a:t>
                      </a:r>
                    </a:p>
                  </a:txBody>
                  <a:tcPr/>
                </a:tc>
                <a:tc>
                  <a:txBody>
                    <a:bodyPr/>
                    <a:lstStyle/>
                    <a:p>
                      <a:r>
                        <a:rPr lang="en-US" dirty="0"/>
                        <a:t>-78.14%</a:t>
                      </a:r>
                    </a:p>
                  </a:txBody>
                  <a:tcPr/>
                </a:tc>
                <a:extLst>
                  <a:ext uri="{0D108BD9-81ED-4DB2-BD59-A6C34878D82A}">
                    <a16:rowId xmlns:a16="http://schemas.microsoft.com/office/drawing/2014/main" val="347599102"/>
                  </a:ext>
                </a:extLst>
              </a:tr>
            </a:tbl>
          </a:graphicData>
        </a:graphic>
      </p:graphicFrame>
      <p:pic>
        <p:nvPicPr>
          <p:cNvPr id="6" name="Picture 5">
            <a:extLst>
              <a:ext uri="{FF2B5EF4-FFF2-40B4-BE49-F238E27FC236}">
                <a16:creationId xmlns:a16="http://schemas.microsoft.com/office/drawing/2014/main" id="{95B888B9-B4E4-B417-4606-AB7F136A0FA0}"/>
              </a:ext>
            </a:extLst>
          </p:cNvPr>
          <p:cNvPicPr>
            <a:picLocks noChangeAspect="1"/>
          </p:cNvPicPr>
          <p:nvPr/>
        </p:nvPicPr>
        <p:blipFill>
          <a:blip r:embed="rId2"/>
          <a:stretch>
            <a:fillRect/>
          </a:stretch>
        </p:blipFill>
        <p:spPr>
          <a:xfrm>
            <a:off x="6193411" y="-13215"/>
            <a:ext cx="5828907" cy="6871215"/>
          </a:xfrm>
          <a:prstGeom prst="rect">
            <a:avLst/>
          </a:prstGeom>
        </p:spPr>
      </p:pic>
    </p:spTree>
    <p:extLst>
      <p:ext uri="{BB962C8B-B14F-4D97-AF65-F5344CB8AC3E}">
        <p14:creationId xmlns:p14="http://schemas.microsoft.com/office/powerpoint/2010/main" val="1480492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0"/>
            <a:ext cx="7534621"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30" y="0"/>
            <a:ext cx="465736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EE3E3F-C851-FC59-D77D-E1B89B492A29}"/>
              </a:ext>
            </a:extLst>
          </p:cNvPr>
          <p:cNvSpPr>
            <a:spLocks noGrp="1"/>
          </p:cNvSpPr>
          <p:nvPr>
            <p:ph type="title"/>
          </p:nvPr>
        </p:nvSpPr>
        <p:spPr>
          <a:xfrm>
            <a:off x="8128990" y="637763"/>
            <a:ext cx="2916358" cy="1415666"/>
          </a:xfrm>
        </p:spPr>
        <p:txBody>
          <a:bodyPr vert="horz" lIns="91440" tIns="45720" rIns="91440" bIns="45720" rtlCol="0" anchor="t">
            <a:normAutofit/>
          </a:bodyPr>
          <a:lstStyle/>
          <a:p>
            <a:r>
              <a:rPr lang="en-US" sz="3100"/>
              <a:t>Public Betting Strategies on Home Teams</a:t>
            </a:r>
          </a:p>
        </p:txBody>
      </p:sp>
      <p:sp>
        <p:nvSpPr>
          <p:cNvPr id="19" name="Rectangle 18">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8990" y="2268980"/>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E13EA1A-332E-5AEE-D563-25553AFBC455}"/>
              </a:ext>
            </a:extLst>
          </p:cNvPr>
          <p:cNvPicPr>
            <a:picLocks noChangeAspect="1"/>
          </p:cNvPicPr>
          <p:nvPr/>
        </p:nvPicPr>
        <p:blipFill>
          <a:blip r:embed="rId2"/>
          <a:stretch>
            <a:fillRect/>
          </a:stretch>
        </p:blipFill>
        <p:spPr>
          <a:xfrm>
            <a:off x="625460" y="5431952"/>
            <a:ext cx="6274418" cy="1083142"/>
          </a:xfrm>
          <a:prstGeom prst="rect">
            <a:avLst/>
          </a:prstGeom>
        </p:spPr>
      </p:pic>
      <p:pic>
        <p:nvPicPr>
          <p:cNvPr id="6" name="Content Placeholder 5">
            <a:extLst>
              <a:ext uri="{FF2B5EF4-FFF2-40B4-BE49-F238E27FC236}">
                <a16:creationId xmlns:a16="http://schemas.microsoft.com/office/drawing/2014/main" id="{69A2D18C-E003-2821-3460-E3E0ADF613A6}"/>
              </a:ext>
            </a:extLst>
          </p:cNvPr>
          <p:cNvPicPr>
            <a:picLocks noGrp="1" noChangeAspect="1"/>
          </p:cNvPicPr>
          <p:nvPr>
            <p:ph idx="1"/>
          </p:nvPr>
        </p:nvPicPr>
        <p:blipFill>
          <a:blip r:embed="rId3"/>
          <a:stretch>
            <a:fillRect/>
          </a:stretch>
        </p:blipFill>
        <p:spPr>
          <a:xfrm>
            <a:off x="1155493" y="240939"/>
            <a:ext cx="5211624" cy="4946550"/>
          </a:xfrm>
          <a:prstGeom prst="rect">
            <a:avLst/>
          </a:prstGeom>
        </p:spPr>
      </p:pic>
      <p:sp>
        <p:nvSpPr>
          <p:cNvPr id="4" name="Text Placeholder 3">
            <a:extLst>
              <a:ext uri="{FF2B5EF4-FFF2-40B4-BE49-F238E27FC236}">
                <a16:creationId xmlns:a16="http://schemas.microsoft.com/office/drawing/2014/main" id="{F687C830-9B6F-C64C-EA74-030C28AD0265}"/>
              </a:ext>
            </a:extLst>
          </p:cNvPr>
          <p:cNvSpPr>
            <a:spLocks noGrp="1"/>
          </p:cNvSpPr>
          <p:nvPr>
            <p:ph type="body" sz="half" idx="2"/>
          </p:nvPr>
        </p:nvSpPr>
        <p:spPr>
          <a:xfrm>
            <a:off x="8128938" y="2474868"/>
            <a:ext cx="2916410" cy="3739664"/>
          </a:xfrm>
        </p:spPr>
        <p:txBody>
          <a:bodyPr vert="horz" lIns="91440" tIns="45720" rIns="91440" bIns="45720" rtlCol="0">
            <a:normAutofit/>
          </a:bodyPr>
          <a:lstStyle/>
          <a:p>
            <a:pPr marL="285750" indent="-228600">
              <a:buFont typeface="Arial" panose="020B0604020202020204" pitchFamily="34" charset="0"/>
              <a:buChar char="•"/>
            </a:pPr>
            <a:r>
              <a:rPr lang="en-US" sz="1800"/>
              <a:t>Tested data using a consistent bet of $10</a:t>
            </a:r>
          </a:p>
          <a:p>
            <a:pPr marL="285750" indent="-228600">
              <a:buFont typeface="Arial" panose="020B0604020202020204" pitchFamily="34" charset="0"/>
              <a:buChar char="•"/>
            </a:pPr>
            <a:r>
              <a:rPr lang="en-US" sz="1800"/>
              <a:t>Thresholds at 60%, 70%, and 80%</a:t>
            </a:r>
          </a:p>
          <a:p>
            <a:pPr marL="285750" indent="-228600">
              <a:buFont typeface="Arial" panose="020B0604020202020204" pitchFamily="34" charset="0"/>
              <a:buChar char="•"/>
            </a:pPr>
            <a:r>
              <a:rPr lang="en-US" sz="1800"/>
              <a:t>Betting against the public, as well as betting with the public on home teams resulted in a loss at all thresholds</a:t>
            </a:r>
          </a:p>
          <a:p>
            <a:pPr marL="285750" indent="-228600">
              <a:buFont typeface="Arial" panose="020B0604020202020204" pitchFamily="34" charset="0"/>
              <a:buChar char="•"/>
            </a:pPr>
            <a:r>
              <a:rPr lang="en-US" sz="1800"/>
              <a:t>Suggesting the market is highly efficient</a:t>
            </a:r>
          </a:p>
        </p:txBody>
      </p:sp>
    </p:spTree>
    <p:extLst>
      <p:ext uri="{BB962C8B-B14F-4D97-AF65-F5344CB8AC3E}">
        <p14:creationId xmlns:p14="http://schemas.microsoft.com/office/powerpoint/2010/main" val="2632026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0"/>
            <a:ext cx="7534621"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30" y="0"/>
            <a:ext cx="465736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6C541A-98C9-A7FE-6E6C-DAD0FBF83FDC}"/>
              </a:ext>
            </a:extLst>
          </p:cNvPr>
          <p:cNvSpPr>
            <a:spLocks noGrp="1"/>
          </p:cNvSpPr>
          <p:nvPr>
            <p:ph type="title"/>
          </p:nvPr>
        </p:nvSpPr>
        <p:spPr>
          <a:xfrm>
            <a:off x="8128990" y="637763"/>
            <a:ext cx="2916358" cy="1415666"/>
          </a:xfrm>
        </p:spPr>
        <p:txBody>
          <a:bodyPr vert="horz" lIns="91440" tIns="45720" rIns="91440" bIns="45720" rtlCol="0" anchor="t">
            <a:normAutofit/>
          </a:bodyPr>
          <a:lstStyle/>
          <a:p>
            <a:r>
              <a:rPr lang="en-US" sz="3100"/>
              <a:t>Public Betting Strategies on Away Teams</a:t>
            </a:r>
          </a:p>
        </p:txBody>
      </p:sp>
      <p:sp>
        <p:nvSpPr>
          <p:cNvPr id="17" name="Rectangle 16">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8990" y="2268980"/>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FEAFB12C-B32B-FA67-8736-881528CC7256}"/>
              </a:ext>
            </a:extLst>
          </p:cNvPr>
          <p:cNvPicPr>
            <a:picLocks noChangeAspect="1"/>
          </p:cNvPicPr>
          <p:nvPr/>
        </p:nvPicPr>
        <p:blipFill>
          <a:blip r:embed="rId2"/>
          <a:stretch>
            <a:fillRect/>
          </a:stretch>
        </p:blipFill>
        <p:spPr>
          <a:xfrm>
            <a:off x="732631" y="5401080"/>
            <a:ext cx="6079775" cy="1114265"/>
          </a:xfrm>
          <a:prstGeom prst="rect">
            <a:avLst/>
          </a:prstGeom>
        </p:spPr>
      </p:pic>
      <p:pic>
        <p:nvPicPr>
          <p:cNvPr id="6" name="Content Placeholder 5">
            <a:extLst>
              <a:ext uri="{FF2B5EF4-FFF2-40B4-BE49-F238E27FC236}">
                <a16:creationId xmlns:a16="http://schemas.microsoft.com/office/drawing/2014/main" id="{ACCA9C81-9FF8-3AB0-CB0B-C7BB5B20771A}"/>
              </a:ext>
            </a:extLst>
          </p:cNvPr>
          <p:cNvPicPr>
            <a:picLocks noGrp="1" noChangeAspect="1"/>
          </p:cNvPicPr>
          <p:nvPr>
            <p:ph idx="1"/>
          </p:nvPr>
        </p:nvPicPr>
        <p:blipFill>
          <a:blip r:embed="rId3"/>
          <a:stretch>
            <a:fillRect/>
          </a:stretch>
        </p:blipFill>
        <p:spPr>
          <a:xfrm>
            <a:off x="1159302" y="251982"/>
            <a:ext cx="5226088" cy="4924463"/>
          </a:xfrm>
          <a:prstGeom prst="rect">
            <a:avLst/>
          </a:prstGeom>
        </p:spPr>
      </p:pic>
      <p:sp>
        <p:nvSpPr>
          <p:cNvPr id="4" name="Text Placeholder 3">
            <a:extLst>
              <a:ext uri="{FF2B5EF4-FFF2-40B4-BE49-F238E27FC236}">
                <a16:creationId xmlns:a16="http://schemas.microsoft.com/office/drawing/2014/main" id="{8248C9A0-0F4E-6EF9-A76E-4878467CCD99}"/>
              </a:ext>
            </a:extLst>
          </p:cNvPr>
          <p:cNvSpPr>
            <a:spLocks noGrp="1"/>
          </p:cNvSpPr>
          <p:nvPr>
            <p:ph type="body" sz="half" idx="2"/>
          </p:nvPr>
        </p:nvSpPr>
        <p:spPr>
          <a:xfrm>
            <a:off x="8128938" y="2474868"/>
            <a:ext cx="2916410" cy="3739664"/>
          </a:xfrm>
        </p:spPr>
        <p:txBody>
          <a:bodyPr vert="horz" lIns="91440" tIns="45720" rIns="91440" bIns="45720" rtlCol="0">
            <a:normAutofit/>
          </a:bodyPr>
          <a:lstStyle/>
          <a:p>
            <a:pPr indent="-228600">
              <a:buFont typeface="Arial" panose="020B0604020202020204" pitchFamily="34" charset="0"/>
              <a:buChar char="•"/>
            </a:pPr>
            <a:r>
              <a:rPr lang="en-US" sz="1800"/>
              <a:t>Betting against the public on away teams resulted in the largest losses</a:t>
            </a:r>
          </a:p>
          <a:p>
            <a:pPr indent="-228600">
              <a:buFont typeface="Arial" panose="020B0604020202020204" pitchFamily="34" charset="0"/>
              <a:buChar char="•"/>
            </a:pPr>
            <a:r>
              <a:rPr lang="en-US" sz="1800"/>
              <a:t>Betting on away teams that received 60%+ of public bets resulted in a profit, but of very little value. (2 cents per $10)</a:t>
            </a:r>
          </a:p>
        </p:txBody>
      </p:sp>
    </p:spTree>
    <p:extLst>
      <p:ext uri="{BB962C8B-B14F-4D97-AF65-F5344CB8AC3E}">
        <p14:creationId xmlns:p14="http://schemas.microsoft.com/office/powerpoint/2010/main" val="900085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9C8DC-EA9A-6F39-3DC1-DF43D0CBA4B1}"/>
              </a:ext>
            </a:extLst>
          </p:cNvPr>
          <p:cNvSpPr>
            <a:spLocks noGrp="1"/>
          </p:cNvSpPr>
          <p:nvPr>
            <p:ph type="title"/>
          </p:nvPr>
        </p:nvSpPr>
        <p:spPr>
          <a:xfrm>
            <a:off x="4345355" y="179510"/>
            <a:ext cx="7575061" cy="1403715"/>
          </a:xfrm>
        </p:spPr>
        <p:txBody>
          <a:bodyPr vert="horz" lIns="91440" tIns="45720" rIns="91440" bIns="45720" rtlCol="0" anchor="ctr">
            <a:noAutofit/>
          </a:bodyPr>
          <a:lstStyle/>
          <a:p>
            <a:pPr>
              <a:lnSpc>
                <a:spcPct val="100000"/>
              </a:lnSpc>
            </a:pPr>
            <a:r>
              <a:rPr lang="en-US" sz="3400">
                <a:ea typeface="+mj-lt"/>
                <a:cs typeface="+mj-lt"/>
              </a:rPr>
              <a:t>Investigating the Hot Hand Hypothesis in MLB Betting</a:t>
            </a:r>
            <a:br>
              <a:rPr lang="en-US" sz="3400">
                <a:ea typeface="+mj-lt"/>
                <a:cs typeface="+mj-lt"/>
              </a:rPr>
            </a:br>
            <a:endParaRPr lang="en-US" sz="1800">
              <a:latin typeface="Calibri"/>
              <a:ea typeface="Calibri"/>
              <a:cs typeface="Calibri"/>
            </a:endParaRPr>
          </a:p>
        </p:txBody>
      </p:sp>
      <p:sp>
        <p:nvSpPr>
          <p:cNvPr id="3" name="Content Placeholder 2">
            <a:extLst>
              <a:ext uri="{FF2B5EF4-FFF2-40B4-BE49-F238E27FC236}">
                <a16:creationId xmlns:a16="http://schemas.microsoft.com/office/drawing/2014/main" id="{49ACA50B-3ACE-03E1-D6AF-91D5641BB859}"/>
              </a:ext>
            </a:extLst>
          </p:cNvPr>
          <p:cNvSpPr>
            <a:spLocks noGrp="1"/>
          </p:cNvSpPr>
          <p:nvPr>
            <p:ph idx="1"/>
          </p:nvPr>
        </p:nvSpPr>
        <p:spPr>
          <a:xfrm>
            <a:off x="4345354" y="1933087"/>
            <a:ext cx="7711831" cy="4869106"/>
          </a:xfrm>
        </p:spPr>
        <p:txBody>
          <a:bodyPr vert="horz" lIns="91440" tIns="45720" rIns="91440" bIns="45720" rtlCol="0" anchor="t">
            <a:noAutofit/>
          </a:bodyPr>
          <a:lstStyle/>
          <a:p>
            <a:r>
              <a:rPr lang="en-US" sz="1800">
                <a:ea typeface="Calibri"/>
                <a:cs typeface="Calibri"/>
              </a:rPr>
              <a:t>Model 1: The % of a game's bets on the Home Team explained by </a:t>
            </a:r>
            <a:r>
              <a:rPr lang="en-US" sz="1800" err="1">
                <a:ea typeface="Calibri"/>
                <a:cs typeface="Calibri"/>
              </a:rPr>
              <a:t>HomeStreak</a:t>
            </a:r>
            <a:endParaRPr lang="en-US" sz="1800">
              <a:ea typeface="Calibri"/>
              <a:cs typeface="Calibri"/>
            </a:endParaRPr>
          </a:p>
          <a:p>
            <a:pPr lvl="1">
              <a:buFont typeface="Courier New" panose="020B0604020202020204" pitchFamily="34" charset="0"/>
              <a:buChar char="o"/>
            </a:pPr>
            <a:r>
              <a:rPr lang="en-US" sz="1400" err="1">
                <a:ea typeface="Calibri"/>
                <a:cs typeface="Calibri"/>
              </a:rPr>
              <a:t>lm</a:t>
            </a:r>
            <a:r>
              <a:rPr lang="en-US" sz="1400">
                <a:ea typeface="Calibri"/>
                <a:cs typeface="Calibri"/>
              </a:rPr>
              <a:t>(</a:t>
            </a:r>
            <a:r>
              <a:rPr lang="en-US" sz="1400" err="1">
                <a:ea typeface="Calibri"/>
                <a:cs typeface="Calibri"/>
              </a:rPr>
              <a:t>pct_bet_home</a:t>
            </a:r>
            <a:r>
              <a:rPr lang="en-US" sz="1400">
                <a:ea typeface="Calibri"/>
                <a:cs typeface="Calibri"/>
              </a:rPr>
              <a:t> ~ </a:t>
            </a:r>
            <a:r>
              <a:rPr lang="en-US" sz="1400" err="1">
                <a:ea typeface="Calibri"/>
                <a:cs typeface="Calibri"/>
              </a:rPr>
              <a:t>HomeStreak</a:t>
            </a:r>
            <a:r>
              <a:rPr lang="en-US" sz="1400">
                <a:ea typeface="Calibri"/>
                <a:cs typeface="Calibri"/>
              </a:rPr>
              <a:t> + </a:t>
            </a:r>
            <a:r>
              <a:rPr lang="en-US" sz="1400" err="1">
                <a:ea typeface="Calibri"/>
                <a:cs typeface="Calibri"/>
              </a:rPr>
              <a:t>Home_bestodds</a:t>
            </a:r>
            <a:r>
              <a:rPr lang="en-US" sz="1400">
                <a:ea typeface="Calibri"/>
                <a:cs typeface="Calibri"/>
              </a:rPr>
              <a:t> + Volume)</a:t>
            </a:r>
          </a:p>
          <a:p>
            <a:pPr lvl="1">
              <a:buFont typeface="Courier New" panose="020B0604020202020204" pitchFamily="34" charset="0"/>
              <a:buChar char="o"/>
            </a:pPr>
            <a:r>
              <a:rPr lang="en-US" sz="1400" err="1">
                <a:ea typeface="+mn-lt"/>
                <a:cs typeface="+mn-lt"/>
              </a:rPr>
              <a:t>HomeStreak</a:t>
            </a:r>
            <a:r>
              <a:rPr lang="en-US" sz="1400">
                <a:ea typeface="+mn-lt"/>
                <a:cs typeface="+mn-lt"/>
              </a:rPr>
              <a:t> </a:t>
            </a:r>
            <a:r>
              <a:rPr lang="en-US" sz="1400" err="1">
                <a:ea typeface="+mn-lt"/>
                <a:cs typeface="+mn-lt"/>
              </a:rPr>
              <a:t>coef</a:t>
            </a:r>
            <a:r>
              <a:rPr lang="en-US" sz="1400">
                <a:ea typeface="+mn-lt"/>
                <a:cs typeface="+mn-lt"/>
              </a:rPr>
              <a:t>: +0.021 → </a:t>
            </a:r>
            <a:r>
              <a:rPr lang="en-US" sz="1400" b="1">
                <a:ea typeface="+mn-lt"/>
                <a:cs typeface="+mn-lt"/>
              </a:rPr>
              <a:t>Each additional win increases % bets on the team by ~2.1 percentage points (p &lt; 0.001)</a:t>
            </a:r>
          </a:p>
          <a:p>
            <a:r>
              <a:rPr lang="en-US" sz="1800">
                <a:ea typeface="+mn-lt"/>
                <a:cs typeface="+mn-lt"/>
              </a:rPr>
              <a:t>Model 2: The % of a game's bets on the Away Team explained by </a:t>
            </a:r>
            <a:r>
              <a:rPr lang="en-US" sz="1800" err="1">
                <a:ea typeface="+mn-lt"/>
                <a:cs typeface="+mn-lt"/>
              </a:rPr>
              <a:t>AwayStreak</a:t>
            </a:r>
            <a:endParaRPr lang="en-US" sz="1800">
              <a:ea typeface="Calibri"/>
              <a:cs typeface="Calibri"/>
            </a:endParaRPr>
          </a:p>
          <a:p>
            <a:pPr lvl="1">
              <a:buFont typeface="Courier New" panose="020B0604020202020204" pitchFamily="34" charset="0"/>
              <a:buChar char="o"/>
            </a:pPr>
            <a:r>
              <a:rPr lang="en-US" sz="1400" err="1">
                <a:ea typeface="+mn-lt"/>
                <a:cs typeface="+mn-lt"/>
              </a:rPr>
              <a:t>lm</a:t>
            </a:r>
            <a:r>
              <a:rPr lang="en-US" sz="1400">
                <a:ea typeface="+mn-lt"/>
                <a:cs typeface="+mn-lt"/>
              </a:rPr>
              <a:t>(</a:t>
            </a:r>
            <a:r>
              <a:rPr lang="en-US" sz="1400" err="1">
                <a:ea typeface="+mn-lt"/>
                <a:cs typeface="+mn-lt"/>
              </a:rPr>
              <a:t>pct_bet_away</a:t>
            </a:r>
            <a:r>
              <a:rPr lang="en-US" sz="1400">
                <a:ea typeface="+mn-lt"/>
                <a:cs typeface="+mn-lt"/>
              </a:rPr>
              <a:t> ~ </a:t>
            </a:r>
            <a:r>
              <a:rPr lang="en-US" sz="1400" err="1">
                <a:ea typeface="+mn-lt"/>
                <a:cs typeface="+mn-lt"/>
              </a:rPr>
              <a:t>AwayStreak</a:t>
            </a:r>
            <a:r>
              <a:rPr lang="en-US" sz="1400">
                <a:ea typeface="+mn-lt"/>
                <a:cs typeface="+mn-lt"/>
              </a:rPr>
              <a:t> + </a:t>
            </a:r>
            <a:r>
              <a:rPr lang="en-US" sz="1400" err="1">
                <a:ea typeface="+mn-lt"/>
                <a:cs typeface="+mn-lt"/>
              </a:rPr>
              <a:t>Away_bestodds</a:t>
            </a:r>
            <a:r>
              <a:rPr lang="en-US" sz="1400">
                <a:ea typeface="+mn-lt"/>
                <a:cs typeface="+mn-lt"/>
              </a:rPr>
              <a:t> + Volume)</a:t>
            </a:r>
            <a:endParaRPr lang="en-US" sz="1400">
              <a:ea typeface="Calibri"/>
              <a:cs typeface="Calibri"/>
            </a:endParaRPr>
          </a:p>
          <a:p>
            <a:pPr lvl="1">
              <a:buFont typeface="Courier New" panose="020B0604020202020204" pitchFamily="34" charset="0"/>
              <a:buChar char="o"/>
            </a:pPr>
            <a:r>
              <a:rPr lang="en-US" sz="1400" err="1">
                <a:ea typeface="+mn-lt"/>
                <a:cs typeface="+mn-lt"/>
              </a:rPr>
              <a:t>AwayStreak</a:t>
            </a:r>
            <a:r>
              <a:rPr lang="en-US" sz="1400">
                <a:ea typeface="+mn-lt"/>
                <a:cs typeface="+mn-lt"/>
              </a:rPr>
              <a:t> </a:t>
            </a:r>
            <a:r>
              <a:rPr lang="en-US" sz="1400" err="1">
                <a:ea typeface="+mn-lt"/>
                <a:cs typeface="+mn-lt"/>
              </a:rPr>
              <a:t>coef</a:t>
            </a:r>
            <a:r>
              <a:rPr lang="en-US" sz="1400">
                <a:ea typeface="+mn-lt"/>
                <a:cs typeface="+mn-lt"/>
              </a:rPr>
              <a:t>: +0.016 → </a:t>
            </a:r>
            <a:r>
              <a:rPr lang="en-US" sz="1400" b="1">
                <a:ea typeface="+mn-lt"/>
                <a:cs typeface="+mn-lt"/>
              </a:rPr>
              <a:t>Similar bias toward hot away teams (p &lt; 0.001)</a:t>
            </a:r>
            <a:endParaRPr lang="en-US" sz="1400" b="1">
              <a:ea typeface="Calibri"/>
              <a:cs typeface="Calibri"/>
            </a:endParaRPr>
          </a:p>
          <a:p>
            <a:pPr marL="0" indent="0">
              <a:buNone/>
            </a:pPr>
            <a:r>
              <a:rPr lang="en-US" sz="1800" b="1">
                <a:ea typeface="Calibri"/>
                <a:cs typeface="Calibri"/>
              </a:rPr>
              <a:t>Conclusion:</a:t>
            </a:r>
            <a:r>
              <a:rPr lang="en-US" sz="1800" b="1">
                <a:ea typeface="+mn-lt"/>
                <a:cs typeface="+mn-lt"/>
              </a:rPr>
              <a:t> Bettors favor teams on winning streaks by percentage.</a:t>
            </a:r>
            <a:endParaRPr lang="en-US" sz="1800" b="1">
              <a:ea typeface="Calibri"/>
              <a:cs typeface="Calibri"/>
            </a:endParaRPr>
          </a:p>
          <a:p>
            <a:pPr marL="0" indent="0">
              <a:buNone/>
            </a:pPr>
            <a:endParaRPr lang="en-US" sz="1800">
              <a:ea typeface="Calibri"/>
              <a:cs typeface="Calibri"/>
            </a:endParaRPr>
          </a:p>
          <a:p>
            <a:r>
              <a:rPr lang="en-US" sz="1800">
                <a:ea typeface="+mn-lt"/>
                <a:cs typeface="+mn-lt"/>
              </a:rPr>
              <a:t>Model 3: The betting volume explained by </a:t>
            </a:r>
            <a:r>
              <a:rPr lang="en-US" sz="1800" err="1">
                <a:ea typeface="+mn-lt"/>
                <a:cs typeface="+mn-lt"/>
              </a:rPr>
              <a:t>ComboStreak</a:t>
            </a:r>
            <a:r>
              <a:rPr lang="en-US" sz="1800">
                <a:ea typeface="+mn-lt"/>
                <a:cs typeface="+mn-lt"/>
              </a:rPr>
              <a:t> (abs(</a:t>
            </a:r>
            <a:r>
              <a:rPr lang="en-US" sz="1800" err="1">
                <a:ea typeface="+mn-lt"/>
                <a:cs typeface="+mn-lt"/>
              </a:rPr>
              <a:t>HomeStreak</a:t>
            </a:r>
            <a:r>
              <a:rPr lang="en-US" sz="1800">
                <a:ea typeface="+mn-lt"/>
                <a:cs typeface="+mn-lt"/>
              </a:rPr>
              <a:t>) + abs(</a:t>
            </a:r>
            <a:r>
              <a:rPr lang="en-US" sz="1800" err="1">
                <a:ea typeface="+mn-lt"/>
                <a:cs typeface="+mn-lt"/>
              </a:rPr>
              <a:t>AwayStreak</a:t>
            </a:r>
            <a:r>
              <a:rPr lang="en-US" sz="1800">
                <a:ea typeface="+mn-lt"/>
                <a:cs typeface="+mn-lt"/>
              </a:rPr>
              <a:t>))</a:t>
            </a:r>
            <a:endParaRPr lang="en-US" sz="1800">
              <a:ea typeface="Calibri"/>
              <a:cs typeface="Calibri"/>
            </a:endParaRPr>
          </a:p>
          <a:p>
            <a:pPr lvl="1">
              <a:buFont typeface="Courier New" panose="020B0604020202020204" pitchFamily="34" charset="0"/>
              <a:buChar char="o"/>
            </a:pPr>
            <a:r>
              <a:rPr lang="en-US" sz="1400" err="1">
                <a:ea typeface="+mn-lt"/>
                <a:cs typeface="+mn-lt"/>
              </a:rPr>
              <a:t>lm</a:t>
            </a:r>
            <a:r>
              <a:rPr lang="en-US" sz="1400">
                <a:ea typeface="+mn-lt"/>
                <a:cs typeface="+mn-lt"/>
              </a:rPr>
              <a:t>(Volume ~ </a:t>
            </a:r>
            <a:r>
              <a:rPr lang="en-US" sz="1400" err="1">
                <a:ea typeface="+mn-lt"/>
                <a:cs typeface="+mn-lt"/>
              </a:rPr>
              <a:t>ComboStreak</a:t>
            </a:r>
            <a:r>
              <a:rPr lang="en-US" sz="1400">
                <a:ea typeface="+mn-lt"/>
                <a:cs typeface="+mn-lt"/>
              </a:rPr>
              <a:t> + </a:t>
            </a:r>
            <a:r>
              <a:rPr lang="en-US" sz="1400" err="1">
                <a:ea typeface="+mn-lt"/>
                <a:cs typeface="+mn-lt"/>
              </a:rPr>
              <a:t>Home_bestodds</a:t>
            </a:r>
            <a:r>
              <a:rPr lang="en-US" sz="1400">
                <a:ea typeface="+mn-lt"/>
                <a:cs typeface="+mn-lt"/>
              </a:rPr>
              <a:t> + Total, data = </a:t>
            </a:r>
            <a:r>
              <a:rPr lang="en-US" sz="1400" err="1">
                <a:ea typeface="+mn-lt"/>
                <a:cs typeface="+mn-lt"/>
              </a:rPr>
              <a:t>mlb_data</a:t>
            </a:r>
            <a:r>
              <a:rPr lang="en-US" sz="1400">
                <a:ea typeface="+mn-lt"/>
                <a:cs typeface="+mn-lt"/>
              </a:rPr>
              <a:t>)</a:t>
            </a:r>
            <a:endParaRPr lang="en-US" sz="1400">
              <a:ea typeface="Calibri"/>
              <a:cs typeface="Calibri"/>
            </a:endParaRPr>
          </a:p>
          <a:p>
            <a:pPr lvl="1">
              <a:buFont typeface="Courier New" panose="020B0604020202020204" pitchFamily="34" charset="0"/>
              <a:buChar char="o"/>
            </a:pPr>
            <a:r>
              <a:rPr lang="en-US" sz="1400" err="1">
                <a:ea typeface="+mn-lt"/>
                <a:cs typeface="+mn-lt"/>
              </a:rPr>
              <a:t>ComboStreak</a:t>
            </a:r>
            <a:r>
              <a:rPr lang="en-US" sz="1400">
                <a:ea typeface="+mn-lt"/>
                <a:cs typeface="+mn-lt"/>
              </a:rPr>
              <a:t> </a:t>
            </a:r>
            <a:r>
              <a:rPr lang="en-US" sz="1400" err="1">
                <a:ea typeface="+mn-lt"/>
                <a:cs typeface="+mn-lt"/>
              </a:rPr>
              <a:t>coef</a:t>
            </a:r>
            <a:r>
              <a:rPr lang="en-US" sz="1400">
                <a:ea typeface="+mn-lt"/>
                <a:cs typeface="+mn-lt"/>
              </a:rPr>
              <a:t>: 3.4 </a:t>
            </a:r>
            <a:r>
              <a:rPr lang="en-US" sz="1400" b="1">
                <a:ea typeface="+mn-lt"/>
                <a:cs typeface="+mn-lt"/>
              </a:rPr>
              <a:t>(p = 0.96)</a:t>
            </a:r>
            <a:r>
              <a:rPr lang="en-US" sz="1400">
                <a:ea typeface="+mn-lt"/>
                <a:cs typeface="+mn-lt"/>
              </a:rPr>
              <a:t>→ </a:t>
            </a:r>
            <a:r>
              <a:rPr lang="en-US" sz="1400" b="1">
                <a:ea typeface="+mn-lt"/>
                <a:cs typeface="+mn-lt"/>
              </a:rPr>
              <a:t>With a P value so incredibly high, we cannot say that the combined streaks of two teams has any affect at  all on volume of bets on a game. </a:t>
            </a:r>
            <a:endParaRPr lang="en-US" sz="1400" b="1">
              <a:ea typeface="Calibri"/>
              <a:cs typeface="Calibri"/>
            </a:endParaRPr>
          </a:p>
          <a:p>
            <a:pPr marL="0" indent="0">
              <a:buNone/>
            </a:pPr>
            <a:r>
              <a:rPr lang="en-US" sz="1800" b="1">
                <a:ea typeface="Calibri"/>
                <a:cs typeface="Calibri"/>
              </a:rPr>
              <a:t>Conclusion: </a:t>
            </a:r>
            <a:r>
              <a:rPr lang="en-US" sz="1800" b="1">
                <a:ea typeface="+mn-lt"/>
                <a:cs typeface="+mn-lt"/>
              </a:rPr>
              <a:t>While bettors do chase individual hot teams, games featuring two streaking teams (or one really streaky team) have no impact on the volume of bets on the game.</a:t>
            </a:r>
            <a:endParaRPr lang="en-US" sz="1800" b="1">
              <a:ea typeface="Calibri"/>
              <a:cs typeface="Calibri"/>
            </a:endParaRPr>
          </a:p>
          <a:p>
            <a:pPr lvl="1">
              <a:buFont typeface="Courier New" panose="020B0604020202020204" pitchFamily="34" charset="0"/>
              <a:buChar char="o"/>
            </a:pPr>
            <a:endParaRPr lang="en-US">
              <a:ea typeface="Calibri"/>
              <a:cs typeface="Calibri"/>
            </a:endParaRPr>
          </a:p>
        </p:txBody>
      </p:sp>
      <p:sp>
        <p:nvSpPr>
          <p:cNvPr id="7" name="Rectangle 6">
            <a:extLst>
              <a:ext uri="{FF2B5EF4-FFF2-40B4-BE49-F238E27FC236}">
                <a16:creationId xmlns:a16="http://schemas.microsoft.com/office/drawing/2014/main" id="{0ADD6810-23FE-2D21-1939-056CF30EB75F}"/>
              </a:ext>
            </a:extLst>
          </p:cNvPr>
          <p:cNvSpPr/>
          <p:nvPr/>
        </p:nvSpPr>
        <p:spPr>
          <a:xfrm>
            <a:off x="274351" y="77338"/>
            <a:ext cx="3762784" cy="672367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616DD3A-7B96-0EE5-C443-BFE97655092B}"/>
              </a:ext>
            </a:extLst>
          </p:cNvPr>
          <p:cNvSpPr txBox="1"/>
          <p:nvPr/>
        </p:nvSpPr>
        <p:spPr>
          <a:xfrm>
            <a:off x="4343402" y="1227016"/>
            <a:ext cx="78525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Are Bettors, Sportsbooks, and Team Performance Influenced by Win Streaks?</a:t>
            </a:r>
          </a:p>
        </p:txBody>
      </p:sp>
      <p:pic>
        <p:nvPicPr>
          <p:cNvPr id="4" name="Picture 3">
            <a:extLst>
              <a:ext uri="{FF2B5EF4-FFF2-40B4-BE49-F238E27FC236}">
                <a16:creationId xmlns:a16="http://schemas.microsoft.com/office/drawing/2014/main" id="{1A09F6DF-9903-D094-33AF-477D6D55DC14}"/>
              </a:ext>
            </a:extLst>
          </p:cNvPr>
          <p:cNvPicPr>
            <a:picLocks noChangeAspect="1"/>
          </p:cNvPicPr>
          <p:nvPr/>
        </p:nvPicPr>
        <p:blipFill>
          <a:blip r:embed="rId2"/>
          <a:stretch>
            <a:fillRect/>
          </a:stretch>
        </p:blipFill>
        <p:spPr>
          <a:xfrm>
            <a:off x="435707" y="4612786"/>
            <a:ext cx="3446585" cy="2077429"/>
          </a:xfrm>
          <a:prstGeom prst="rect">
            <a:avLst/>
          </a:prstGeom>
        </p:spPr>
      </p:pic>
      <p:pic>
        <p:nvPicPr>
          <p:cNvPr id="5" name="Picture 4">
            <a:extLst>
              <a:ext uri="{FF2B5EF4-FFF2-40B4-BE49-F238E27FC236}">
                <a16:creationId xmlns:a16="http://schemas.microsoft.com/office/drawing/2014/main" id="{EA701C1E-1513-7B67-E451-7951DA05EF6F}"/>
              </a:ext>
            </a:extLst>
          </p:cNvPr>
          <p:cNvPicPr>
            <a:picLocks noChangeAspect="1"/>
          </p:cNvPicPr>
          <p:nvPr/>
        </p:nvPicPr>
        <p:blipFill>
          <a:blip r:embed="rId3"/>
          <a:stretch>
            <a:fillRect/>
          </a:stretch>
        </p:blipFill>
        <p:spPr>
          <a:xfrm>
            <a:off x="454514" y="178288"/>
            <a:ext cx="3448051" cy="2085732"/>
          </a:xfrm>
          <a:prstGeom prst="rect">
            <a:avLst/>
          </a:prstGeom>
        </p:spPr>
      </p:pic>
      <p:pic>
        <p:nvPicPr>
          <p:cNvPr id="6" name="Picture 5">
            <a:extLst>
              <a:ext uri="{FF2B5EF4-FFF2-40B4-BE49-F238E27FC236}">
                <a16:creationId xmlns:a16="http://schemas.microsoft.com/office/drawing/2014/main" id="{60ACD6E0-B883-91C6-63C2-FC0137788925}"/>
              </a:ext>
            </a:extLst>
          </p:cNvPr>
          <p:cNvPicPr>
            <a:picLocks noChangeAspect="1"/>
          </p:cNvPicPr>
          <p:nvPr/>
        </p:nvPicPr>
        <p:blipFill>
          <a:blip r:embed="rId4"/>
          <a:stretch>
            <a:fillRect/>
          </a:stretch>
        </p:blipFill>
        <p:spPr>
          <a:xfrm>
            <a:off x="454758" y="2385403"/>
            <a:ext cx="3437793" cy="2087197"/>
          </a:xfrm>
          <a:prstGeom prst="rect">
            <a:avLst/>
          </a:prstGeom>
        </p:spPr>
      </p:pic>
    </p:spTree>
    <p:extLst>
      <p:ext uri="{BB962C8B-B14F-4D97-AF65-F5344CB8AC3E}">
        <p14:creationId xmlns:p14="http://schemas.microsoft.com/office/powerpoint/2010/main" val="4222159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663CD-BFC1-5E5B-5E2A-55FD979F0A32}"/>
              </a:ext>
            </a:extLst>
          </p:cNvPr>
          <p:cNvSpPr>
            <a:spLocks noGrp="1"/>
          </p:cNvSpPr>
          <p:nvPr>
            <p:ph type="title"/>
          </p:nvPr>
        </p:nvSpPr>
        <p:spPr>
          <a:xfrm>
            <a:off x="339970" y="365125"/>
            <a:ext cx="11433906" cy="1345101"/>
          </a:xfrm>
        </p:spPr>
        <p:txBody>
          <a:bodyPr>
            <a:normAutofit/>
          </a:bodyPr>
          <a:lstStyle/>
          <a:p>
            <a:r>
              <a:rPr lang="en-US" sz="4000">
                <a:ea typeface="Calibri Light"/>
                <a:cs typeface="Calibri Light"/>
              </a:rPr>
              <a:t>Can the Hot Hand Fallacy Yield Betting Profitability?</a:t>
            </a:r>
          </a:p>
        </p:txBody>
      </p:sp>
      <p:sp>
        <p:nvSpPr>
          <p:cNvPr id="3" name="Content Placeholder 2">
            <a:extLst>
              <a:ext uri="{FF2B5EF4-FFF2-40B4-BE49-F238E27FC236}">
                <a16:creationId xmlns:a16="http://schemas.microsoft.com/office/drawing/2014/main" id="{8877D89F-1F97-D6BC-26A7-39708B36977D}"/>
              </a:ext>
            </a:extLst>
          </p:cNvPr>
          <p:cNvSpPr>
            <a:spLocks noGrp="1"/>
          </p:cNvSpPr>
          <p:nvPr>
            <p:ph idx="1"/>
          </p:nvPr>
        </p:nvSpPr>
        <p:spPr>
          <a:xfrm>
            <a:off x="339970" y="1825625"/>
            <a:ext cx="6158523" cy="4663953"/>
          </a:xfrm>
        </p:spPr>
        <p:txBody>
          <a:bodyPr vert="horz" lIns="91440" tIns="45720" rIns="91440" bIns="45720" rtlCol="0" anchor="t">
            <a:normAutofit lnSpcReduction="10000"/>
          </a:bodyPr>
          <a:lstStyle/>
          <a:p>
            <a:r>
              <a:rPr lang="en-US" sz="1800" dirty="0">
                <a:ea typeface="+mn-lt"/>
                <a:cs typeface="+mn-lt"/>
              </a:rPr>
              <a:t>Model 4: </a:t>
            </a:r>
            <a:r>
              <a:rPr lang="en-US" sz="1800" dirty="0" err="1">
                <a:ea typeface="+mn-lt"/>
                <a:cs typeface="+mn-lt"/>
              </a:rPr>
              <a:t>HomeWin</a:t>
            </a:r>
            <a:r>
              <a:rPr lang="en-US" sz="1800" dirty="0">
                <a:ea typeface="+mn-lt"/>
                <a:cs typeface="+mn-lt"/>
              </a:rPr>
              <a:t> as explained by </a:t>
            </a:r>
            <a:r>
              <a:rPr lang="en-US" sz="1800" dirty="0" err="1">
                <a:ea typeface="+mn-lt"/>
                <a:cs typeface="+mn-lt"/>
              </a:rPr>
              <a:t>HomeStreak</a:t>
            </a:r>
            <a:endParaRPr lang="en-US" sz="1800" dirty="0">
              <a:ea typeface="+mn-lt"/>
              <a:cs typeface="+mn-lt"/>
            </a:endParaRPr>
          </a:p>
          <a:p>
            <a:pPr lvl="1">
              <a:buFont typeface="Courier New" panose="020B0604020202020204" pitchFamily="34" charset="0"/>
              <a:buChar char="o"/>
            </a:pPr>
            <a:r>
              <a:rPr lang="en-US" sz="1400" dirty="0" err="1">
                <a:ea typeface="+mn-lt"/>
                <a:cs typeface="+mn-lt"/>
              </a:rPr>
              <a:t>glm</a:t>
            </a:r>
            <a:r>
              <a:rPr lang="en-US" sz="1400" dirty="0">
                <a:ea typeface="+mn-lt"/>
                <a:cs typeface="+mn-lt"/>
              </a:rPr>
              <a:t>(</a:t>
            </a:r>
            <a:r>
              <a:rPr lang="en-US" sz="1400" dirty="0" err="1">
                <a:ea typeface="+mn-lt"/>
                <a:cs typeface="+mn-lt"/>
              </a:rPr>
              <a:t>HomeWin</a:t>
            </a:r>
            <a:r>
              <a:rPr lang="en-US" sz="1400" dirty="0">
                <a:ea typeface="+mn-lt"/>
                <a:cs typeface="+mn-lt"/>
              </a:rPr>
              <a:t> ~ </a:t>
            </a:r>
            <a:r>
              <a:rPr lang="en-US" sz="1400" dirty="0" err="1">
                <a:ea typeface="+mn-lt"/>
                <a:cs typeface="+mn-lt"/>
              </a:rPr>
              <a:t>HomeStreak</a:t>
            </a:r>
            <a:r>
              <a:rPr lang="en-US" sz="1400" dirty="0">
                <a:ea typeface="+mn-lt"/>
                <a:cs typeface="+mn-lt"/>
              </a:rPr>
              <a:t> + </a:t>
            </a:r>
            <a:r>
              <a:rPr lang="en-US" sz="1400" dirty="0" err="1">
                <a:ea typeface="+mn-lt"/>
                <a:cs typeface="+mn-lt"/>
              </a:rPr>
              <a:t>Home_bestodds</a:t>
            </a:r>
            <a:r>
              <a:rPr lang="en-US" sz="1400" dirty="0">
                <a:ea typeface="+mn-lt"/>
                <a:cs typeface="+mn-lt"/>
              </a:rPr>
              <a:t>, family = binomial)</a:t>
            </a:r>
          </a:p>
          <a:p>
            <a:pPr lvl="1">
              <a:buFont typeface="Courier New" panose="020B0604020202020204" pitchFamily="34" charset="0"/>
              <a:buChar char="o"/>
            </a:pPr>
            <a:r>
              <a:rPr lang="en-US" sz="1400" dirty="0" err="1">
                <a:ea typeface="+mn-lt"/>
                <a:cs typeface="+mn-lt"/>
              </a:rPr>
              <a:t>HomeStreak</a:t>
            </a:r>
            <a:r>
              <a:rPr lang="en-US" sz="1400" dirty="0">
                <a:ea typeface="+mn-lt"/>
                <a:cs typeface="+mn-lt"/>
              </a:rPr>
              <a:t> </a:t>
            </a:r>
            <a:r>
              <a:rPr lang="en-US" sz="1400" dirty="0" err="1">
                <a:ea typeface="Calibri"/>
                <a:cs typeface="Calibri"/>
              </a:rPr>
              <a:t>coef</a:t>
            </a:r>
            <a:r>
              <a:rPr lang="en-US" sz="1400" dirty="0">
                <a:ea typeface="Calibri"/>
                <a:cs typeface="Calibri"/>
              </a:rPr>
              <a:t>: </a:t>
            </a:r>
            <a:r>
              <a:rPr lang="en-US" sz="1400" dirty="0">
                <a:ea typeface="+mn-lt"/>
                <a:cs typeface="+mn-lt"/>
              </a:rPr>
              <a:t>-0.01853 (p = .279) → </a:t>
            </a:r>
            <a:r>
              <a:rPr lang="en-US" sz="1400" b="1" dirty="0">
                <a:ea typeface="+mn-lt"/>
                <a:cs typeface="+mn-lt"/>
              </a:rPr>
              <a:t>Not significant — Team streak doesn't predict win probability</a:t>
            </a:r>
          </a:p>
          <a:p>
            <a:pPr lvl="1">
              <a:buFont typeface="Courier New" panose="020B0604020202020204" pitchFamily="34" charset="0"/>
              <a:buChar char="o"/>
            </a:pPr>
            <a:endParaRPr lang="en-US" sz="1400" dirty="0">
              <a:ea typeface="Calibri"/>
              <a:cs typeface="Calibri"/>
            </a:endParaRPr>
          </a:p>
          <a:p>
            <a:r>
              <a:rPr lang="en-US" sz="1800" dirty="0">
                <a:ea typeface="Calibri"/>
                <a:cs typeface="Calibri"/>
              </a:rPr>
              <a:t>Strategy: Exploit the Hot Hand Fallacy by betting </a:t>
            </a:r>
            <a:r>
              <a:rPr lang="en-US" sz="1800" dirty="0">
                <a:ea typeface="+mn-lt"/>
                <a:cs typeface="+mn-lt"/>
              </a:rPr>
              <a:t>against teams on 2+ game win streaks</a:t>
            </a:r>
          </a:p>
          <a:p>
            <a:pPr lvl="1">
              <a:buFont typeface="Courier New" panose="020B0604020202020204" pitchFamily="34" charset="0"/>
              <a:buChar char="o"/>
            </a:pPr>
            <a:r>
              <a:rPr lang="en-US" sz="1400" dirty="0">
                <a:ea typeface="+mn-lt"/>
                <a:cs typeface="+mn-lt"/>
              </a:rPr>
              <a:t>Fading hot home teams yields a </a:t>
            </a:r>
            <a:r>
              <a:rPr lang="en-US" sz="1400" b="1" dirty="0">
                <a:ea typeface="+mn-lt"/>
                <a:cs typeface="+mn-lt"/>
              </a:rPr>
              <a:t>positive return</a:t>
            </a:r>
            <a:r>
              <a:rPr lang="en-US" sz="1400" dirty="0">
                <a:ea typeface="+mn-lt"/>
                <a:cs typeface="+mn-lt"/>
              </a:rPr>
              <a:t>:</a:t>
            </a:r>
            <a:endParaRPr lang="en-US" dirty="0">
              <a:ea typeface="+mn-lt"/>
              <a:cs typeface="+mn-lt"/>
            </a:endParaRPr>
          </a:p>
          <a:p>
            <a:pPr lvl="2">
              <a:buFont typeface="Wingdings" panose="020B0604020202020204" pitchFamily="34" charset="0"/>
              <a:buChar char="§"/>
            </a:pPr>
            <a:r>
              <a:rPr lang="en-US" sz="1400" dirty="0">
                <a:ea typeface="+mn-lt"/>
                <a:cs typeface="+mn-lt"/>
              </a:rPr>
              <a:t>Avg. profit: $0.0296 per $1 bet (~2.96% return)</a:t>
            </a:r>
          </a:p>
          <a:p>
            <a:pPr lvl="2">
              <a:buFont typeface="Wingdings" panose="020B0604020202020204" pitchFamily="34" charset="0"/>
              <a:buChar char="§"/>
            </a:pPr>
            <a:r>
              <a:rPr lang="en-US" sz="1400" dirty="0">
                <a:ea typeface="+mn-lt"/>
                <a:cs typeface="+mn-lt"/>
              </a:rPr>
              <a:t>Total profit over 649 games: $18.42</a:t>
            </a:r>
          </a:p>
          <a:p>
            <a:pPr lvl="1">
              <a:buFont typeface="Courier New" panose="020B0604020202020204" pitchFamily="34" charset="0"/>
              <a:buChar char="o"/>
            </a:pPr>
            <a:r>
              <a:rPr lang="en-US" sz="1400" dirty="0">
                <a:ea typeface="+mn-lt"/>
                <a:cs typeface="+mn-lt"/>
              </a:rPr>
              <a:t>Fading hot away teams yields a </a:t>
            </a:r>
            <a:r>
              <a:rPr lang="en-US" sz="1400" b="1" dirty="0">
                <a:ea typeface="+mn-lt"/>
                <a:cs typeface="+mn-lt"/>
              </a:rPr>
              <a:t>positive return</a:t>
            </a:r>
            <a:r>
              <a:rPr lang="en-US" sz="1400" dirty="0">
                <a:ea typeface="+mn-lt"/>
                <a:cs typeface="+mn-lt"/>
              </a:rPr>
              <a:t>: </a:t>
            </a:r>
            <a:endParaRPr lang="en-US" dirty="0">
              <a:ea typeface="+mn-lt"/>
              <a:cs typeface="+mn-lt"/>
            </a:endParaRPr>
          </a:p>
          <a:p>
            <a:pPr lvl="2">
              <a:buFont typeface="Wingdings" panose="020B0604020202020204" pitchFamily="34" charset="0"/>
              <a:buChar char="§"/>
            </a:pPr>
            <a:r>
              <a:rPr lang="en-US" sz="1400" dirty="0">
                <a:ea typeface="+mn-lt"/>
                <a:cs typeface="+mn-lt"/>
              </a:rPr>
              <a:t>Avg. profit: $0.002 per $1 bet (~ 0.2% return)</a:t>
            </a:r>
          </a:p>
          <a:p>
            <a:pPr lvl="2">
              <a:buFont typeface="Wingdings" panose="020B0604020202020204" pitchFamily="34" charset="0"/>
              <a:buChar char="§"/>
            </a:pPr>
            <a:r>
              <a:rPr lang="en-US" sz="1400" dirty="0">
                <a:ea typeface="+mn-lt"/>
                <a:cs typeface="+mn-lt"/>
              </a:rPr>
              <a:t>Total profit over games: $1.16</a:t>
            </a:r>
          </a:p>
          <a:p>
            <a:pPr lvl="2">
              <a:buFont typeface="Wingdings" panose="020B0604020202020204" pitchFamily="34" charset="0"/>
              <a:buChar char="§"/>
            </a:pPr>
            <a:endParaRPr lang="en-US" sz="1400" dirty="0">
              <a:ea typeface="Calibri" panose="020F0502020204030204"/>
              <a:cs typeface="Calibri" panose="020F0502020204030204"/>
            </a:endParaRPr>
          </a:p>
          <a:p>
            <a:r>
              <a:rPr lang="en-US" sz="1800" b="1" dirty="0">
                <a:ea typeface="Calibri" panose="020F0502020204030204"/>
                <a:cs typeface="Calibri" panose="020F0502020204030204"/>
              </a:rPr>
              <a:t>Conclusion: The market slightly overvalues hot home teams, creating a small, consistent profit opportunity when betting against them, even if the belief in the hot hand isn’t backed by performance data. Fading away teams on a 2 game win streak has a very small profit, virtually a push.</a:t>
            </a:r>
          </a:p>
        </p:txBody>
      </p:sp>
      <p:sp>
        <p:nvSpPr>
          <p:cNvPr id="5" name="Rectangle 4">
            <a:extLst>
              <a:ext uri="{FF2B5EF4-FFF2-40B4-BE49-F238E27FC236}">
                <a16:creationId xmlns:a16="http://schemas.microsoft.com/office/drawing/2014/main" id="{52948994-7423-4A1E-C47D-95A84D78B6A3}"/>
              </a:ext>
            </a:extLst>
          </p:cNvPr>
          <p:cNvSpPr/>
          <p:nvPr/>
        </p:nvSpPr>
        <p:spPr>
          <a:xfrm>
            <a:off x="6526660" y="1884646"/>
            <a:ext cx="5374705" cy="343144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a graph showing the difference between a team and a team&#10;&#10;AI-generated content may be incorrect.">
            <a:extLst>
              <a:ext uri="{FF2B5EF4-FFF2-40B4-BE49-F238E27FC236}">
                <a16:creationId xmlns:a16="http://schemas.microsoft.com/office/drawing/2014/main" id="{7CA32DB6-7F73-39DE-6157-A65D0F3A9B07}"/>
              </a:ext>
            </a:extLst>
          </p:cNvPr>
          <p:cNvPicPr>
            <a:picLocks noChangeAspect="1"/>
          </p:cNvPicPr>
          <p:nvPr/>
        </p:nvPicPr>
        <p:blipFill>
          <a:blip r:embed="rId2"/>
          <a:stretch>
            <a:fillRect/>
          </a:stretch>
        </p:blipFill>
        <p:spPr>
          <a:xfrm>
            <a:off x="6678002" y="2005867"/>
            <a:ext cx="5098073" cy="3168650"/>
          </a:xfrm>
          <a:prstGeom prst="rect">
            <a:avLst/>
          </a:prstGeom>
        </p:spPr>
      </p:pic>
    </p:spTree>
    <p:extLst>
      <p:ext uri="{BB962C8B-B14F-4D97-AF65-F5344CB8AC3E}">
        <p14:creationId xmlns:p14="http://schemas.microsoft.com/office/powerpoint/2010/main" val="1006916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D06A8-7AC8-9C39-41B0-332E4CC1F80A}"/>
              </a:ext>
            </a:extLst>
          </p:cNvPr>
          <p:cNvSpPr>
            <a:spLocks noGrp="1"/>
          </p:cNvSpPr>
          <p:nvPr>
            <p:ph type="title"/>
          </p:nvPr>
        </p:nvSpPr>
        <p:spPr/>
        <p:txBody>
          <a:bodyPr/>
          <a:lstStyle/>
          <a:p>
            <a:r>
              <a:rPr lang="en-US">
                <a:ea typeface="+mj-lt"/>
                <a:cs typeface="+mj-lt"/>
              </a:rPr>
              <a:t>Public Bias Toward Marquee MLB Teams</a:t>
            </a:r>
            <a:endParaRPr lang="en-US"/>
          </a:p>
        </p:txBody>
      </p:sp>
      <p:pic>
        <p:nvPicPr>
          <p:cNvPr id="7" name="Content Placeholder 6">
            <a:extLst>
              <a:ext uri="{FF2B5EF4-FFF2-40B4-BE49-F238E27FC236}">
                <a16:creationId xmlns:a16="http://schemas.microsoft.com/office/drawing/2014/main" id="{763446F8-B010-919D-9F23-14A0133D039F}"/>
              </a:ext>
            </a:extLst>
          </p:cNvPr>
          <p:cNvPicPr>
            <a:picLocks noGrp="1" noChangeAspect="1"/>
          </p:cNvPicPr>
          <p:nvPr>
            <p:ph idx="1"/>
          </p:nvPr>
        </p:nvPicPr>
        <p:blipFill>
          <a:blip r:embed="rId2"/>
          <a:stretch>
            <a:fillRect/>
          </a:stretch>
        </p:blipFill>
        <p:spPr>
          <a:xfrm>
            <a:off x="677496" y="1651549"/>
            <a:ext cx="5043854" cy="2950797"/>
          </a:xfrm>
        </p:spPr>
      </p:pic>
      <p:pic>
        <p:nvPicPr>
          <p:cNvPr id="8" name="Picture 7">
            <a:extLst>
              <a:ext uri="{FF2B5EF4-FFF2-40B4-BE49-F238E27FC236}">
                <a16:creationId xmlns:a16="http://schemas.microsoft.com/office/drawing/2014/main" id="{6699674A-27F0-54E5-77C1-158665F3BEDC}"/>
              </a:ext>
            </a:extLst>
          </p:cNvPr>
          <p:cNvPicPr>
            <a:picLocks noChangeAspect="1"/>
          </p:cNvPicPr>
          <p:nvPr/>
        </p:nvPicPr>
        <p:blipFill>
          <a:blip r:embed="rId3"/>
          <a:stretch>
            <a:fillRect/>
          </a:stretch>
        </p:blipFill>
        <p:spPr>
          <a:xfrm>
            <a:off x="6089894" y="1635614"/>
            <a:ext cx="5043366" cy="2942004"/>
          </a:xfrm>
          <a:prstGeom prst="rect">
            <a:avLst/>
          </a:prstGeom>
        </p:spPr>
      </p:pic>
      <p:sp>
        <p:nvSpPr>
          <p:cNvPr id="9" name="TextBox 8">
            <a:extLst>
              <a:ext uri="{FF2B5EF4-FFF2-40B4-BE49-F238E27FC236}">
                <a16:creationId xmlns:a16="http://schemas.microsoft.com/office/drawing/2014/main" id="{B4C2A292-7B22-793D-4C57-0003F25AED1B}"/>
              </a:ext>
            </a:extLst>
          </p:cNvPr>
          <p:cNvSpPr txBox="1"/>
          <p:nvPr/>
        </p:nvSpPr>
        <p:spPr>
          <a:xfrm>
            <a:off x="679939" y="4734170"/>
            <a:ext cx="1047066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charts reveal a clear pattern in bettor behavior: fans are significantly more likely to bet on marquee teams with strong brand recognition or recent success. Notably, teams like the </a:t>
            </a:r>
            <a:r>
              <a:rPr lang="en-US" b="1"/>
              <a:t>Yankees</a:t>
            </a:r>
            <a:r>
              <a:rPr lang="en-US"/>
              <a:t>, </a:t>
            </a:r>
            <a:r>
              <a:rPr lang="en-US" b="1"/>
              <a:t>Dodgers</a:t>
            </a:r>
            <a:r>
              <a:rPr lang="en-US"/>
              <a:t>, </a:t>
            </a:r>
            <a:r>
              <a:rPr lang="en-US" b="1"/>
              <a:t>Phillies, Braves, Orioles and Astros</a:t>
            </a:r>
            <a:r>
              <a:rPr lang="en-US"/>
              <a:t> appear at or near the top in both average betting volume and the percentage of bets placed on them. This suggests that public bettors are heavily drawn to high-profile franchises, whether due to their large fan bases, consistent performance, or media exposure. The data implies a bias toward familiar and popular teams, even when betting objectively might call for a more balanced view across the league.</a:t>
            </a:r>
          </a:p>
        </p:txBody>
      </p:sp>
    </p:spTree>
    <p:extLst>
      <p:ext uri="{BB962C8B-B14F-4D97-AF65-F5344CB8AC3E}">
        <p14:creationId xmlns:p14="http://schemas.microsoft.com/office/powerpoint/2010/main" val="4028510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68150-FC40-8B96-E100-A7E5B95502EB}"/>
              </a:ext>
            </a:extLst>
          </p:cNvPr>
          <p:cNvSpPr>
            <a:spLocks noGrp="1"/>
          </p:cNvSpPr>
          <p:nvPr>
            <p:ph type="title"/>
          </p:nvPr>
        </p:nvSpPr>
        <p:spPr>
          <a:xfrm>
            <a:off x="740508" y="365125"/>
            <a:ext cx="10779368" cy="1345101"/>
          </a:xfrm>
        </p:spPr>
        <p:txBody>
          <a:bodyPr>
            <a:normAutofit/>
          </a:bodyPr>
          <a:lstStyle/>
          <a:p>
            <a:r>
              <a:rPr lang="en-US" sz="4000">
                <a:ea typeface="+mj-lt"/>
                <a:cs typeface="+mj-lt"/>
              </a:rPr>
              <a:t>Teams that Outperformed Sportsbook Expectations</a:t>
            </a:r>
            <a:endParaRPr lang="en-US" sz="4000">
              <a:ea typeface="Calibri Light"/>
              <a:cs typeface="Calibri Light"/>
            </a:endParaRPr>
          </a:p>
        </p:txBody>
      </p:sp>
      <p:pic>
        <p:nvPicPr>
          <p:cNvPr id="7" name="Content Placeholder 6">
            <a:extLst>
              <a:ext uri="{FF2B5EF4-FFF2-40B4-BE49-F238E27FC236}">
                <a16:creationId xmlns:a16="http://schemas.microsoft.com/office/drawing/2014/main" id="{5F0B1B0B-A886-A493-229F-4B5CE4589DBC}"/>
              </a:ext>
            </a:extLst>
          </p:cNvPr>
          <p:cNvPicPr>
            <a:picLocks noGrp="1" noChangeAspect="1"/>
          </p:cNvPicPr>
          <p:nvPr>
            <p:ph idx="1"/>
          </p:nvPr>
        </p:nvPicPr>
        <p:blipFill>
          <a:blip r:embed="rId2"/>
          <a:stretch>
            <a:fillRect/>
          </a:stretch>
        </p:blipFill>
        <p:spPr>
          <a:xfrm>
            <a:off x="743195" y="1863542"/>
            <a:ext cx="6915150" cy="3943350"/>
          </a:xfrm>
        </p:spPr>
      </p:pic>
      <p:sp>
        <p:nvSpPr>
          <p:cNvPr id="8" name="TextBox 7">
            <a:extLst>
              <a:ext uri="{FF2B5EF4-FFF2-40B4-BE49-F238E27FC236}">
                <a16:creationId xmlns:a16="http://schemas.microsoft.com/office/drawing/2014/main" id="{6F5777D2-81AF-4F29-1677-B0A3A484884A}"/>
              </a:ext>
            </a:extLst>
          </p:cNvPr>
          <p:cNvSpPr txBox="1"/>
          <p:nvPr/>
        </p:nvSpPr>
        <p:spPr>
          <a:xfrm>
            <a:off x="7987323" y="1783861"/>
            <a:ext cx="382758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We converted each team's betting odds into implied win probabilities and summed them across the season to estimate how many games sportsbooks expected each team to win. Comparing these totals to actual win records revealed which teams over- or underperformed expectations. The </a:t>
            </a:r>
            <a:r>
              <a:rPr lang="en-US" b="1"/>
              <a:t>Brewers</a:t>
            </a:r>
            <a:r>
              <a:rPr lang="en-US"/>
              <a:t>, </a:t>
            </a:r>
            <a:r>
              <a:rPr lang="en-US" b="1"/>
              <a:t>Guardians, Padres </a:t>
            </a:r>
            <a:r>
              <a:rPr lang="en-US"/>
              <a:t>and </a:t>
            </a:r>
            <a:r>
              <a:rPr lang="en-US" b="1"/>
              <a:t>Tigers</a:t>
            </a:r>
            <a:r>
              <a:rPr lang="en-US"/>
              <a:t> notably exceeded their projected wins, while the </a:t>
            </a:r>
            <a:r>
              <a:rPr lang="en-US" b="1"/>
              <a:t>White Sox</a:t>
            </a:r>
            <a:r>
              <a:rPr lang="en-US"/>
              <a:t>, </a:t>
            </a:r>
            <a:r>
              <a:rPr lang="en-US" b="1"/>
              <a:t>Blue Jays</a:t>
            </a:r>
            <a:r>
              <a:rPr lang="en-US"/>
              <a:t>, and </a:t>
            </a:r>
            <a:r>
              <a:rPr lang="en-US" b="1"/>
              <a:t>Angels</a:t>
            </a:r>
            <a:r>
              <a:rPr lang="en-US"/>
              <a:t> fell well short, underperforming relative to the betting market. This highlights the gap between market predictions and on-field results.</a:t>
            </a:r>
          </a:p>
        </p:txBody>
      </p:sp>
    </p:spTree>
    <p:extLst>
      <p:ext uri="{BB962C8B-B14F-4D97-AF65-F5344CB8AC3E}">
        <p14:creationId xmlns:p14="http://schemas.microsoft.com/office/powerpoint/2010/main" val="4138604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TotalTime>
  <Words>955</Words>
  <Application>Microsoft Office PowerPoint</Application>
  <PresentationFormat>Widescreen</PresentationFormat>
  <Paragraphs>74</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Courier New</vt:lpstr>
      <vt:lpstr>Wingdings</vt:lpstr>
      <vt:lpstr>Office Theme</vt:lpstr>
      <vt:lpstr>MLB Betting Analysis</vt:lpstr>
      <vt:lpstr>Home</vt:lpstr>
      <vt:lpstr>Away</vt:lpstr>
      <vt:lpstr>Public Betting Strategies on Home Teams</vt:lpstr>
      <vt:lpstr>Public Betting Strategies on Away Teams</vt:lpstr>
      <vt:lpstr>Investigating the Hot Hand Hypothesis in MLB Betting </vt:lpstr>
      <vt:lpstr>Can the Hot Hand Fallacy Yield Betting Profitability?</vt:lpstr>
      <vt:lpstr>Public Bias Toward Marquee MLB Teams</vt:lpstr>
      <vt:lpstr>Teams that Outperformed Sportsbook Expectations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Fish</dc:creator>
  <cp:lastModifiedBy>Andrew Fish</cp:lastModifiedBy>
  <cp:revision>1</cp:revision>
  <dcterms:created xsi:type="dcterms:W3CDTF">2025-04-24T18:52:58Z</dcterms:created>
  <dcterms:modified xsi:type="dcterms:W3CDTF">2025-04-25T03:45:06Z</dcterms:modified>
</cp:coreProperties>
</file>