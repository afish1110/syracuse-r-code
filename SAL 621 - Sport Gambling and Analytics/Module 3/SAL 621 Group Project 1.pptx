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0" r:id="rId6"/>
    <p:sldId id="262" r:id="rId7"/>
    <p:sldId id="263"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8A67BC-A248-4FAF-921A-AE45F40C7D5B}" v="127" dt="2025-04-03T02:55:34.591"/>
    <p1510:client id="{6D39F6E8-27C5-42DC-B564-655B3783B42E}" v="411" dt="2025-04-03T09:08:04.624"/>
    <p1510:client id="{A8C0442A-E71A-45E4-8980-73FF54A7D84B}" v="3" dt="2025-04-02T21:42:45.296"/>
    <p1510:client id="{C43325A0-BCF2-4891-9B1F-1BA01B06415D}" v="54" dt="2025-04-02T21:38:29.772"/>
    <p1510:client id="{E0C19B2E-F1E7-4F11-A59D-25D48B5EF38D}" v="478" dt="2025-04-03T19:14:24.6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1698"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se cardon" userId="b804f13155d77d10" providerId="Windows Live" clId="Web-{E0C19B2E-F1E7-4F11-A59D-25D48B5EF38D}"/>
    <pc:docChg chg="addSld modSld">
      <pc:chgData name="chase cardon" userId="b804f13155d77d10" providerId="Windows Live" clId="Web-{E0C19B2E-F1E7-4F11-A59D-25D48B5EF38D}" dt="2025-04-03T19:14:24.674" v="276" actId="14100"/>
      <pc:docMkLst>
        <pc:docMk/>
      </pc:docMkLst>
      <pc:sldChg chg="addSp delSp modSp new">
        <pc:chgData name="chase cardon" userId="b804f13155d77d10" providerId="Windows Live" clId="Web-{E0C19B2E-F1E7-4F11-A59D-25D48B5EF38D}" dt="2025-04-03T19:14:24.674" v="276" actId="14100"/>
        <pc:sldMkLst>
          <pc:docMk/>
          <pc:sldMk cId="2908207465" sldId="264"/>
        </pc:sldMkLst>
        <pc:spChg chg="mod">
          <ac:chgData name="chase cardon" userId="b804f13155d77d10" providerId="Windows Live" clId="Web-{E0C19B2E-F1E7-4F11-A59D-25D48B5EF38D}" dt="2025-04-03T19:12:08.013" v="257"/>
          <ac:spMkLst>
            <pc:docMk/>
            <pc:sldMk cId="2908207465" sldId="264"/>
            <ac:spMk id="2" creationId="{CC83F6B7-87B4-AFEE-E766-5EC054B307D6}"/>
          </ac:spMkLst>
        </pc:spChg>
        <pc:spChg chg="del">
          <ac:chgData name="chase cardon" userId="b804f13155d77d10" providerId="Windows Live" clId="Web-{E0C19B2E-F1E7-4F11-A59D-25D48B5EF38D}" dt="2025-04-03T17:38:34.268" v="3"/>
          <ac:spMkLst>
            <pc:docMk/>
            <pc:sldMk cId="2908207465" sldId="264"/>
            <ac:spMk id="3" creationId="{2118D810-42AC-FB16-6A51-CFF2A202D09A}"/>
          </ac:spMkLst>
        </pc:spChg>
        <pc:spChg chg="add del">
          <ac:chgData name="chase cardon" userId="b804f13155d77d10" providerId="Windows Live" clId="Web-{E0C19B2E-F1E7-4F11-A59D-25D48B5EF38D}" dt="2025-04-03T18:16:07.252" v="33"/>
          <ac:spMkLst>
            <pc:docMk/>
            <pc:sldMk cId="2908207465" sldId="264"/>
            <ac:spMk id="3" creationId="{9AA3617A-7CD0-9E90-E7C8-227B5BB7F903}"/>
          </ac:spMkLst>
        </pc:spChg>
        <pc:spChg chg="add del">
          <ac:chgData name="chase cardon" userId="b804f13155d77d10" providerId="Windows Live" clId="Web-{E0C19B2E-F1E7-4F11-A59D-25D48B5EF38D}" dt="2025-04-03T17:39:02.472" v="8"/>
          <ac:spMkLst>
            <pc:docMk/>
            <pc:sldMk cId="2908207465" sldId="264"/>
            <ac:spMk id="5" creationId="{1378EE44-6A4F-DAC6-6D82-8206C047C7B1}"/>
          </ac:spMkLst>
        </pc:spChg>
        <pc:spChg chg="add mod">
          <ac:chgData name="chase cardon" userId="b804f13155d77d10" providerId="Windows Live" clId="Web-{E0C19B2E-F1E7-4F11-A59D-25D48B5EF38D}" dt="2025-04-03T19:14:24.674" v="276" actId="14100"/>
          <ac:spMkLst>
            <pc:docMk/>
            <pc:sldMk cId="2908207465" sldId="264"/>
            <ac:spMk id="5" creationId="{AA89068E-4CDE-8590-5F59-80DC6482239C}"/>
          </ac:spMkLst>
        </pc:spChg>
        <pc:spChg chg="add mod">
          <ac:chgData name="chase cardon" userId="b804f13155d77d10" providerId="Windows Live" clId="Web-{E0C19B2E-F1E7-4F11-A59D-25D48B5EF38D}" dt="2025-04-03T19:13:59.533" v="273" actId="14100"/>
          <ac:spMkLst>
            <pc:docMk/>
            <pc:sldMk cId="2908207465" sldId="264"/>
            <ac:spMk id="6" creationId="{FB5F328B-02E5-9CC3-DD29-3F57725362AB}"/>
          </ac:spMkLst>
        </pc:spChg>
        <pc:picChg chg="add mod ord">
          <ac:chgData name="chase cardon" userId="b804f13155d77d10" providerId="Windows Live" clId="Web-{E0C19B2E-F1E7-4F11-A59D-25D48B5EF38D}" dt="2025-04-03T19:14:12.783" v="275" actId="14100"/>
          <ac:picMkLst>
            <pc:docMk/>
            <pc:sldMk cId="2908207465" sldId="264"/>
            <ac:picMk id="4" creationId="{A91B1100-C811-3788-38B6-49A22D69CFCF}"/>
          </ac:picMkLst>
        </pc:picChg>
      </pc:sldChg>
    </pc:docChg>
  </pc:docChgLst>
  <pc:docChgLst>
    <pc:chgData name="OvO yaff" userId="9f71f012aa5bc0af" providerId="Windows Live" clId="Web-{6D39F6E8-27C5-42DC-B564-655B3783B42E}"/>
    <pc:docChg chg="addSld modSld sldOrd">
      <pc:chgData name="OvO yaff" userId="9f71f012aa5bc0af" providerId="Windows Live" clId="Web-{6D39F6E8-27C5-42DC-B564-655B3783B42E}" dt="2025-04-03T09:08:04.624" v="417" actId="20577"/>
      <pc:docMkLst>
        <pc:docMk/>
      </pc:docMkLst>
      <pc:sldChg chg="addSp delSp modSp new mod ord setBg">
        <pc:chgData name="OvO yaff" userId="9f71f012aa5bc0af" providerId="Windows Live" clId="Web-{6D39F6E8-27C5-42DC-B564-655B3783B42E}" dt="2025-04-03T09:08:04.624" v="417" actId="20577"/>
        <pc:sldMkLst>
          <pc:docMk/>
          <pc:sldMk cId="220471613" sldId="263"/>
        </pc:sldMkLst>
        <pc:spChg chg="mod ord">
          <ac:chgData name="OvO yaff" userId="9f71f012aa5bc0af" providerId="Windows Live" clId="Web-{6D39F6E8-27C5-42DC-B564-655B3783B42E}" dt="2025-04-03T09:00:12.186" v="143" actId="14100"/>
          <ac:spMkLst>
            <pc:docMk/>
            <pc:sldMk cId="220471613" sldId="263"/>
            <ac:spMk id="2" creationId="{5E7B790E-6276-0671-065B-D179E6D296EB}"/>
          </ac:spMkLst>
        </pc:spChg>
        <pc:spChg chg="del mod">
          <ac:chgData name="OvO yaff" userId="9f71f012aa5bc0af" providerId="Windows Live" clId="Web-{6D39F6E8-27C5-42DC-B564-655B3783B42E}" dt="2025-04-03T08:37:41.297" v="4"/>
          <ac:spMkLst>
            <pc:docMk/>
            <pc:sldMk cId="220471613" sldId="263"/>
            <ac:spMk id="3" creationId="{DF15FDBD-3F9D-595A-7F5D-CD616EB27DD9}"/>
          </ac:spMkLst>
        </pc:spChg>
        <pc:spChg chg="add del mod">
          <ac:chgData name="OvO yaff" userId="9f71f012aa5bc0af" providerId="Windows Live" clId="Web-{6D39F6E8-27C5-42DC-B564-655B3783B42E}" dt="2025-04-03T08:37:49.907" v="6"/>
          <ac:spMkLst>
            <pc:docMk/>
            <pc:sldMk cId="220471613" sldId="263"/>
            <ac:spMk id="6" creationId="{3D9CAB6A-44D7-07DF-77E6-3B2A55580352}"/>
          </ac:spMkLst>
        </pc:spChg>
        <pc:spChg chg="add del">
          <ac:chgData name="OvO yaff" userId="9f71f012aa5bc0af" providerId="Windows Live" clId="Web-{6D39F6E8-27C5-42DC-B564-655B3783B42E}" dt="2025-04-03T08:38:29.142" v="9"/>
          <ac:spMkLst>
            <pc:docMk/>
            <pc:sldMk cId="220471613" sldId="263"/>
            <ac:spMk id="11" creationId="{F86F8932-8221-93EC-94C6-7F4196ABDCD9}"/>
          </ac:spMkLst>
        </pc:spChg>
        <pc:spChg chg="add del">
          <ac:chgData name="OvO yaff" userId="9f71f012aa5bc0af" providerId="Windows Live" clId="Web-{6D39F6E8-27C5-42DC-B564-655B3783B42E}" dt="2025-04-03T08:38:31.549" v="11"/>
          <ac:spMkLst>
            <pc:docMk/>
            <pc:sldMk cId="220471613" sldId="263"/>
            <ac:spMk id="16" creationId="{E81BF4F6-F2CF-4984-9D14-D6966D92F99F}"/>
          </ac:spMkLst>
        </pc:spChg>
        <pc:spChg chg="add del">
          <ac:chgData name="OvO yaff" userId="9f71f012aa5bc0af" providerId="Windows Live" clId="Web-{6D39F6E8-27C5-42DC-B564-655B3783B42E}" dt="2025-04-03T08:38:31.549" v="11"/>
          <ac:spMkLst>
            <pc:docMk/>
            <pc:sldMk cId="220471613" sldId="263"/>
            <ac:spMk id="18" creationId="{C0763A76-9F1C-4FC5-82B7-DD475DA461B2}"/>
          </ac:spMkLst>
        </pc:spChg>
        <pc:spChg chg="add del">
          <ac:chgData name="OvO yaff" userId="9f71f012aa5bc0af" providerId="Windows Live" clId="Web-{6D39F6E8-27C5-42DC-B564-655B3783B42E}" dt="2025-04-03T08:38:31.549" v="11"/>
          <ac:spMkLst>
            <pc:docMk/>
            <pc:sldMk cId="220471613" sldId="263"/>
            <ac:spMk id="19" creationId="{D7202BF9-A8E3-D286-BF9A-B5BAEFF13139}"/>
          </ac:spMkLst>
        </pc:spChg>
        <pc:spChg chg="add del">
          <ac:chgData name="OvO yaff" userId="9f71f012aa5bc0af" providerId="Windows Live" clId="Web-{6D39F6E8-27C5-42DC-B564-655B3783B42E}" dt="2025-04-03T08:38:35.517" v="13"/>
          <ac:spMkLst>
            <pc:docMk/>
            <pc:sldMk cId="220471613" sldId="263"/>
            <ac:spMk id="21" creationId="{F86F8932-8221-93EC-94C6-7F4196ABDCD9}"/>
          </ac:spMkLst>
        </pc:spChg>
        <pc:spChg chg="add del mod">
          <ac:chgData name="OvO yaff" userId="9f71f012aa5bc0af" providerId="Windows Live" clId="Web-{6D39F6E8-27C5-42DC-B564-655B3783B42E}" dt="2025-04-03T08:57:01.805" v="70"/>
          <ac:spMkLst>
            <pc:docMk/>
            <pc:sldMk cId="220471613" sldId="263"/>
            <ac:spMk id="25" creationId="{2A0B1E5C-BB4D-00E4-654A-621C490D7E5A}"/>
          </ac:spMkLst>
        </pc:spChg>
        <pc:spChg chg="add del">
          <ac:chgData name="OvO yaff" userId="9f71f012aa5bc0af" providerId="Windows Live" clId="Web-{6D39F6E8-27C5-42DC-B564-655B3783B42E}" dt="2025-04-03T08:57:19.008" v="73"/>
          <ac:spMkLst>
            <pc:docMk/>
            <pc:sldMk cId="220471613" sldId="263"/>
            <ac:spMk id="31" creationId="{678F3EC1-45B4-1E22-1DD9-4EA5632A4E6A}"/>
          </ac:spMkLst>
        </pc:spChg>
        <pc:spChg chg="add del">
          <ac:chgData name="OvO yaff" userId="9f71f012aa5bc0af" providerId="Windows Live" clId="Web-{6D39F6E8-27C5-42DC-B564-655B3783B42E}" dt="2025-04-03T08:57:19.008" v="73"/>
          <ac:spMkLst>
            <pc:docMk/>
            <pc:sldMk cId="220471613" sldId="263"/>
            <ac:spMk id="34" creationId="{873DDF9D-E27C-4E23-A1E8-CA352535F7C9}"/>
          </ac:spMkLst>
        </pc:spChg>
        <pc:spChg chg="add del">
          <ac:chgData name="OvO yaff" userId="9f71f012aa5bc0af" providerId="Windows Live" clId="Web-{6D39F6E8-27C5-42DC-B564-655B3783B42E}" dt="2025-04-03T08:57:19.008" v="73"/>
          <ac:spMkLst>
            <pc:docMk/>
            <pc:sldMk cId="220471613" sldId="263"/>
            <ac:spMk id="36" creationId="{4C6B5652-C661-4C58-B937-F0F490F7FCB2}"/>
          </ac:spMkLst>
        </pc:spChg>
        <pc:spChg chg="add del">
          <ac:chgData name="OvO yaff" userId="9f71f012aa5bc0af" providerId="Windows Live" clId="Web-{6D39F6E8-27C5-42DC-B564-655B3783B42E}" dt="2025-04-03T08:57:19.008" v="73"/>
          <ac:spMkLst>
            <pc:docMk/>
            <pc:sldMk cId="220471613" sldId="263"/>
            <ac:spMk id="38" creationId="{0B936867-6407-43FB-9DE6-1B0879D0CB31}"/>
          </ac:spMkLst>
        </pc:spChg>
        <pc:spChg chg="add del">
          <ac:chgData name="OvO yaff" userId="9f71f012aa5bc0af" providerId="Windows Live" clId="Web-{6D39F6E8-27C5-42DC-B564-655B3783B42E}" dt="2025-04-03T08:57:19.008" v="73"/>
          <ac:spMkLst>
            <pc:docMk/>
            <pc:sldMk cId="220471613" sldId="263"/>
            <ac:spMk id="40" creationId="{ACD0B258-678B-4A8C-894F-848AF24A1922}"/>
          </ac:spMkLst>
        </pc:spChg>
        <pc:spChg chg="add del">
          <ac:chgData name="OvO yaff" userId="9f71f012aa5bc0af" providerId="Windows Live" clId="Web-{6D39F6E8-27C5-42DC-B564-655B3783B42E}" dt="2025-04-03T08:57:19.008" v="73"/>
          <ac:spMkLst>
            <pc:docMk/>
            <pc:sldMk cId="220471613" sldId="263"/>
            <ac:spMk id="42" creationId="{2F003F3F-F118-41D2-AA3F-74DB0D1970BB}"/>
          </ac:spMkLst>
        </pc:spChg>
        <pc:spChg chg="add del">
          <ac:chgData name="OvO yaff" userId="9f71f012aa5bc0af" providerId="Windows Live" clId="Web-{6D39F6E8-27C5-42DC-B564-655B3783B42E}" dt="2025-04-03T08:57:19.008" v="73"/>
          <ac:spMkLst>
            <pc:docMk/>
            <pc:sldMk cId="220471613" sldId="263"/>
            <ac:spMk id="44" creationId="{C8D58395-74AF-401A-AF2F-76B6FCF71DFE}"/>
          </ac:spMkLst>
        </pc:spChg>
        <pc:spChg chg="add del mod">
          <ac:chgData name="OvO yaff" userId="9f71f012aa5bc0af" providerId="Windows Live" clId="Web-{6D39F6E8-27C5-42DC-B564-655B3783B42E}" dt="2025-04-03T09:08:04.624" v="417" actId="20577"/>
          <ac:spMkLst>
            <pc:docMk/>
            <pc:sldMk cId="220471613" sldId="263"/>
            <ac:spMk id="46" creationId="{1039D414-EDD1-CC50-087D-4FE3B280BB83}"/>
          </ac:spMkLst>
        </pc:spChg>
        <pc:grpChg chg="add del">
          <ac:chgData name="OvO yaff" userId="9f71f012aa5bc0af" providerId="Windows Live" clId="Web-{6D39F6E8-27C5-42DC-B564-655B3783B42E}" dt="2025-04-03T08:38:29.142" v="9"/>
          <ac:grpSpMkLst>
            <pc:docMk/>
            <pc:sldMk cId="220471613" sldId="263"/>
            <ac:grpSpMk id="14" creationId="{A5AFD70F-20E3-55D2-E154-7D4FACFBB016}"/>
          </ac:grpSpMkLst>
        </pc:grpChg>
        <pc:grpChg chg="add del">
          <ac:chgData name="OvO yaff" userId="9f71f012aa5bc0af" providerId="Windows Live" clId="Web-{6D39F6E8-27C5-42DC-B564-655B3783B42E}" dt="2025-04-03T08:38:35.517" v="13"/>
          <ac:grpSpMkLst>
            <pc:docMk/>
            <pc:sldMk cId="220471613" sldId="263"/>
            <ac:grpSpMk id="22" creationId="{A5AFD70F-20E3-55D2-E154-7D4FACFBB016}"/>
          </ac:grpSpMkLst>
        </pc:grpChg>
        <pc:grpChg chg="add del">
          <ac:chgData name="OvO yaff" userId="9f71f012aa5bc0af" providerId="Windows Live" clId="Web-{6D39F6E8-27C5-42DC-B564-655B3783B42E}" dt="2025-04-03T08:57:19.008" v="74"/>
          <ac:grpSpMkLst>
            <pc:docMk/>
            <pc:sldMk cId="220471613" sldId="263"/>
            <ac:grpSpMk id="26" creationId="{434FA563-76F6-CDCF-AEA0-A7B78E44647B}"/>
          </ac:grpSpMkLst>
        </pc:grpChg>
        <pc:grpChg chg="add">
          <ac:chgData name="OvO yaff" userId="9f71f012aa5bc0af" providerId="Windows Live" clId="Web-{6D39F6E8-27C5-42DC-B564-655B3783B42E}" dt="2025-04-03T08:57:19.008" v="74"/>
          <ac:grpSpMkLst>
            <pc:docMk/>
            <pc:sldMk cId="220471613" sldId="263"/>
            <ac:grpSpMk id="47" creationId="{9E2F459E-8EB3-985C-3049-33F6B920DE8D}"/>
          </ac:grpSpMkLst>
        </pc:grpChg>
        <pc:graphicFrameChg chg="add del mod ord modGraphic">
          <ac:chgData name="OvO yaff" userId="9f71f012aa5bc0af" providerId="Windows Live" clId="Web-{6D39F6E8-27C5-42DC-B564-655B3783B42E}" dt="2025-04-03T08:57:43.025" v="79"/>
          <ac:graphicFrameMkLst>
            <pc:docMk/>
            <pc:sldMk cId="220471613" sldId="263"/>
            <ac:graphicFrameMk id="9" creationId="{B8799CBC-9620-A163-9398-1129858D4503}"/>
          </ac:graphicFrameMkLst>
        </pc:graphicFrameChg>
        <pc:picChg chg="add del mod ord">
          <ac:chgData name="OvO yaff" userId="9f71f012aa5bc0af" providerId="Windows Live" clId="Web-{6D39F6E8-27C5-42DC-B564-655B3783B42E}" dt="2025-04-03T08:37:43.922" v="5"/>
          <ac:picMkLst>
            <pc:docMk/>
            <pc:sldMk cId="220471613" sldId="263"/>
            <ac:picMk id="4" creationId="{D9AFCC8A-1282-AF80-3D65-61BDFA18E281}"/>
          </ac:picMkLst>
        </pc:picChg>
        <pc:picChg chg="add del mod ord">
          <ac:chgData name="OvO yaff" userId="9f71f012aa5bc0af" providerId="Windows Live" clId="Web-{6D39F6E8-27C5-42DC-B564-655B3783B42E}" dt="2025-04-03T09:03:48.224" v="282"/>
          <ac:picMkLst>
            <pc:docMk/>
            <pc:sldMk cId="220471613" sldId="263"/>
            <ac:picMk id="7" creationId="{BE879859-DB3C-9195-ECAD-470ACB69314A}"/>
          </ac:picMkLst>
        </pc:picChg>
        <pc:picChg chg="add del mod ord">
          <ac:chgData name="OvO yaff" userId="9f71f012aa5bc0af" providerId="Windows Live" clId="Web-{6D39F6E8-27C5-42DC-B564-655B3783B42E}" dt="2025-04-03T09:03:46.334" v="281"/>
          <ac:picMkLst>
            <pc:docMk/>
            <pc:sldMk cId="220471613" sldId="263"/>
            <ac:picMk id="8" creationId="{6430310A-06D5-40E4-1041-110C977D7D95}"/>
          </ac:picMkLst>
        </pc:picChg>
        <pc:picChg chg="add mod">
          <ac:chgData name="OvO yaff" userId="9f71f012aa5bc0af" providerId="Windows Live" clId="Web-{6D39F6E8-27C5-42DC-B564-655B3783B42E}" dt="2025-04-03T09:04:53.789" v="292" actId="14100"/>
          <ac:picMkLst>
            <pc:docMk/>
            <pc:sldMk cId="220471613" sldId="263"/>
            <ac:picMk id="28" creationId="{E48C2017-AFAF-9866-146D-B03F38FCF203}"/>
          </ac:picMkLst>
        </pc:picChg>
        <pc:picChg chg="add mod">
          <ac:chgData name="OvO yaff" userId="9f71f012aa5bc0af" providerId="Windows Live" clId="Web-{6D39F6E8-27C5-42DC-B564-655B3783B42E}" dt="2025-04-03T09:05:14.883" v="295" actId="14100"/>
          <ac:picMkLst>
            <pc:docMk/>
            <pc:sldMk cId="220471613" sldId="263"/>
            <ac:picMk id="29" creationId="{F14D692A-91FA-96BC-80EB-4FDBF9D0D8AD}"/>
          </ac:picMkLst>
        </pc:picChg>
      </pc:sldChg>
    </pc:docChg>
  </pc:docChgLst>
  <pc:docChgLst>
    <pc:chgData name="Luke Ponticello" userId="c35604ee38b26c63" providerId="Windows Live" clId="Web-{4A8A67BC-A248-4FAF-921A-AE45F40C7D5B}"/>
    <pc:docChg chg="addSld modSld">
      <pc:chgData name="Luke Ponticello" userId="c35604ee38b26c63" providerId="Windows Live" clId="Web-{4A8A67BC-A248-4FAF-921A-AE45F40C7D5B}" dt="2025-04-03T02:55:34.591" v="107" actId="14100"/>
      <pc:docMkLst>
        <pc:docMk/>
      </pc:docMkLst>
      <pc:sldChg chg="addSp modSp new">
        <pc:chgData name="Luke Ponticello" userId="c35604ee38b26c63" providerId="Windows Live" clId="Web-{4A8A67BC-A248-4FAF-921A-AE45F40C7D5B}" dt="2025-04-03T02:55:34.591" v="107" actId="14100"/>
        <pc:sldMkLst>
          <pc:docMk/>
          <pc:sldMk cId="445580477" sldId="262"/>
        </pc:sldMkLst>
        <pc:spChg chg="mod">
          <ac:chgData name="Luke Ponticello" userId="c35604ee38b26c63" providerId="Windows Live" clId="Web-{4A8A67BC-A248-4FAF-921A-AE45F40C7D5B}" dt="2025-04-03T02:54:34.276" v="94" actId="20577"/>
          <ac:spMkLst>
            <pc:docMk/>
            <pc:sldMk cId="445580477" sldId="262"/>
            <ac:spMk id="2" creationId="{0E9522F5-10AD-DEAC-09D7-F591EAD48FBF}"/>
          </ac:spMkLst>
        </pc:spChg>
        <pc:spChg chg="add mod">
          <ac:chgData name="Luke Ponticello" userId="c35604ee38b26c63" providerId="Windows Live" clId="Web-{4A8A67BC-A248-4FAF-921A-AE45F40C7D5B}" dt="2025-04-03T02:55:31.465" v="106" actId="20577"/>
          <ac:spMkLst>
            <pc:docMk/>
            <pc:sldMk cId="445580477" sldId="262"/>
            <ac:spMk id="5" creationId="{8BC7FF4E-F6C4-B75F-B016-C101FECFA732}"/>
          </ac:spMkLst>
        </pc:spChg>
        <pc:picChg chg="add mod">
          <ac:chgData name="Luke Ponticello" userId="c35604ee38b26c63" providerId="Windows Live" clId="Web-{4A8A67BC-A248-4FAF-921A-AE45F40C7D5B}" dt="2025-04-03T02:54:14.432" v="83" actId="14100"/>
          <ac:picMkLst>
            <pc:docMk/>
            <pc:sldMk cId="445580477" sldId="262"/>
            <ac:picMk id="3" creationId="{559E3761-0361-D391-88C0-41DFD908199A}"/>
          </ac:picMkLst>
        </pc:picChg>
        <pc:picChg chg="add mod modCrop">
          <ac:chgData name="Luke Ponticello" userId="c35604ee38b26c63" providerId="Windows Live" clId="Web-{4A8A67BC-A248-4FAF-921A-AE45F40C7D5B}" dt="2025-04-03T02:55:34.591" v="107" actId="14100"/>
          <ac:picMkLst>
            <pc:docMk/>
            <pc:sldMk cId="445580477" sldId="262"/>
            <ac:picMk id="4" creationId="{628DD660-5608-7B8E-299C-9518F2BC2E00}"/>
          </ac:picMkLst>
        </pc:picChg>
      </pc:sldChg>
    </pc:docChg>
  </pc:docChgLst>
  <pc:docChgLst>
    <pc:chgData name="Guest User" providerId="Windows Live" clId="Web-{A8C0442A-E71A-45E4-8980-73FF54A7D84B}"/>
    <pc:docChg chg="modSld">
      <pc:chgData name="Guest User" userId="" providerId="Windows Live" clId="Web-{A8C0442A-E71A-45E4-8980-73FF54A7D84B}" dt="2025-04-02T21:42:45.296" v="2" actId="1076"/>
      <pc:docMkLst>
        <pc:docMk/>
      </pc:docMkLst>
      <pc:sldChg chg="modSp">
        <pc:chgData name="Guest User" userId="" providerId="Windows Live" clId="Web-{A8C0442A-E71A-45E4-8980-73FF54A7D84B}" dt="2025-04-02T21:42:45.296" v="2" actId="1076"/>
        <pc:sldMkLst>
          <pc:docMk/>
          <pc:sldMk cId="1523197615" sldId="260"/>
        </pc:sldMkLst>
        <pc:picChg chg="mod">
          <ac:chgData name="Guest User" userId="" providerId="Windows Live" clId="Web-{A8C0442A-E71A-45E4-8980-73FF54A7D84B}" dt="2025-04-02T21:42:45.296" v="2" actId="1076"/>
          <ac:picMkLst>
            <pc:docMk/>
            <pc:sldMk cId="1523197615" sldId="260"/>
            <ac:picMk id="8" creationId="{9A5A647E-8135-8EEE-589B-99EB34405909}"/>
          </ac:picMkLst>
        </pc:picChg>
      </pc:sldChg>
    </pc:docChg>
  </pc:docChgLst>
  <pc:docChgLst>
    <pc:chgData name="Guest User" providerId="Windows Live" clId="Web-{C43325A0-BCF2-4891-9B1F-1BA01B06415D}"/>
    <pc:docChg chg="addSld delSld modSld sldOrd">
      <pc:chgData name="Guest User" userId="" providerId="Windows Live" clId="Web-{C43325A0-BCF2-4891-9B1F-1BA01B06415D}" dt="2025-04-02T21:38:29.772" v="59" actId="14100"/>
      <pc:docMkLst>
        <pc:docMk/>
      </pc:docMkLst>
      <pc:sldChg chg="new del">
        <pc:chgData name="Guest User" userId="" providerId="Windows Live" clId="Web-{C43325A0-BCF2-4891-9B1F-1BA01B06415D}" dt="2025-04-02T21:27:22.347" v="2"/>
        <pc:sldMkLst>
          <pc:docMk/>
          <pc:sldMk cId="642851542" sldId="259"/>
        </pc:sldMkLst>
      </pc:sldChg>
      <pc:sldChg chg="addSp delSp modSp new mod ord setBg">
        <pc:chgData name="Guest User" userId="" providerId="Windows Live" clId="Web-{C43325A0-BCF2-4891-9B1F-1BA01B06415D}" dt="2025-04-02T21:38:29.772" v="59" actId="14100"/>
        <pc:sldMkLst>
          <pc:docMk/>
          <pc:sldMk cId="1523197615" sldId="260"/>
        </pc:sldMkLst>
        <pc:spChg chg="mod">
          <ac:chgData name="Guest User" userId="" providerId="Windows Live" clId="Web-{C43325A0-BCF2-4891-9B1F-1BA01B06415D}" dt="2025-04-02T21:33:57.570" v="49"/>
          <ac:spMkLst>
            <pc:docMk/>
            <pc:sldMk cId="1523197615" sldId="260"/>
            <ac:spMk id="2" creationId="{2C767B45-0BEC-0DFD-98AF-DDC6DAB7A838}"/>
          </ac:spMkLst>
        </pc:spChg>
        <pc:spChg chg="mod">
          <ac:chgData name="Guest User" userId="" providerId="Windows Live" clId="Web-{C43325A0-BCF2-4891-9B1F-1BA01B06415D}" dt="2025-04-02T21:33:57.570" v="49"/>
          <ac:spMkLst>
            <pc:docMk/>
            <pc:sldMk cId="1523197615" sldId="260"/>
            <ac:spMk id="3" creationId="{2B07EAC6-A749-18B5-8833-19AB48136AFF}"/>
          </ac:spMkLst>
        </pc:spChg>
        <pc:spChg chg="del">
          <ac:chgData name="Guest User" userId="" providerId="Windows Live" clId="Web-{C43325A0-BCF2-4891-9B1F-1BA01B06415D}" dt="2025-04-02T21:30:57.014" v="33"/>
          <ac:spMkLst>
            <pc:docMk/>
            <pc:sldMk cId="1523197615" sldId="260"/>
            <ac:spMk id="4" creationId="{D7A85C05-D755-3344-1D4B-C93B2A80CCF8}"/>
          </ac:spMkLst>
        </pc:spChg>
        <pc:spChg chg="add del mod">
          <ac:chgData name="Guest User" userId="" providerId="Windows Live" clId="Web-{C43325A0-BCF2-4891-9B1F-1BA01B06415D}" dt="2025-04-02T21:37:23.315" v="55"/>
          <ac:spMkLst>
            <pc:docMk/>
            <pc:sldMk cId="1523197615" sldId="260"/>
            <ac:spMk id="7" creationId="{0B244123-6ABE-CF06-C81D-2065AF2099D6}"/>
          </ac:spMkLst>
        </pc:spChg>
        <pc:spChg chg="add del">
          <ac:chgData name="Guest User" userId="" providerId="Windows Live" clId="Web-{C43325A0-BCF2-4891-9B1F-1BA01B06415D}" dt="2025-04-02T21:31:44.876" v="37"/>
          <ac:spMkLst>
            <pc:docMk/>
            <pc:sldMk cId="1523197615" sldId="260"/>
            <ac:spMk id="10" creationId="{AE3A741D-C19B-960A-5803-1C5887147820}"/>
          </ac:spMkLst>
        </pc:spChg>
        <pc:spChg chg="add del">
          <ac:chgData name="Guest User" userId="" providerId="Windows Live" clId="Web-{C43325A0-BCF2-4891-9B1F-1BA01B06415D}" dt="2025-04-02T21:31:44.876" v="37"/>
          <ac:spMkLst>
            <pc:docMk/>
            <pc:sldMk cId="1523197615" sldId="260"/>
            <ac:spMk id="12" creationId="{9C3A50E9-9119-7BC3-083B-2D84CCC78E47}"/>
          </ac:spMkLst>
        </pc:spChg>
        <pc:spChg chg="add del">
          <ac:chgData name="Guest User" userId="" providerId="Windows Live" clId="Web-{C43325A0-BCF2-4891-9B1F-1BA01B06415D}" dt="2025-04-02T21:31:44.876" v="37"/>
          <ac:spMkLst>
            <pc:docMk/>
            <pc:sldMk cId="1523197615" sldId="260"/>
            <ac:spMk id="14" creationId="{DC39DE25-0E4E-0AA7-0932-1D78C2372786}"/>
          </ac:spMkLst>
        </pc:spChg>
        <pc:spChg chg="add del">
          <ac:chgData name="Guest User" userId="" providerId="Windows Live" clId="Web-{C43325A0-BCF2-4891-9B1F-1BA01B06415D}" dt="2025-04-02T21:31:44.876" v="37"/>
          <ac:spMkLst>
            <pc:docMk/>
            <pc:sldMk cId="1523197615" sldId="260"/>
            <ac:spMk id="16" creationId="{8D6EA299-0840-6DEA-E670-C49AEBC87E89}"/>
          </ac:spMkLst>
        </pc:spChg>
        <pc:spChg chg="add del">
          <ac:chgData name="Guest User" userId="" providerId="Windows Live" clId="Web-{C43325A0-BCF2-4891-9B1F-1BA01B06415D}" dt="2025-04-02T21:33:57.570" v="49"/>
          <ac:spMkLst>
            <pc:docMk/>
            <pc:sldMk cId="1523197615" sldId="260"/>
            <ac:spMk id="25" creationId="{F13C74B1-5B17-4795-BED0-7140497B445A}"/>
          </ac:spMkLst>
        </pc:spChg>
        <pc:spChg chg="add del">
          <ac:chgData name="Guest User" userId="" providerId="Windows Live" clId="Web-{C43325A0-BCF2-4891-9B1F-1BA01B06415D}" dt="2025-04-02T21:33:57.570" v="49"/>
          <ac:spMkLst>
            <pc:docMk/>
            <pc:sldMk cId="1523197615" sldId="260"/>
            <ac:spMk id="27" creationId="{D4974D33-8DC5-464E-8C6D-BE58F0669C17}"/>
          </ac:spMkLst>
        </pc:spChg>
        <pc:spChg chg="add">
          <ac:chgData name="Guest User" userId="" providerId="Windows Live" clId="Web-{C43325A0-BCF2-4891-9B1F-1BA01B06415D}" dt="2025-04-02T21:33:57.570" v="49"/>
          <ac:spMkLst>
            <pc:docMk/>
            <pc:sldMk cId="1523197615" sldId="260"/>
            <ac:spMk id="32" creationId="{F94AA2BD-2E3F-4B1D-8127-5744B8115311}"/>
          </ac:spMkLst>
        </pc:spChg>
        <pc:spChg chg="add">
          <ac:chgData name="Guest User" userId="" providerId="Windows Live" clId="Web-{C43325A0-BCF2-4891-9B1F-1BA01B06415D}" dt="2025-04-02T21:33:57.570" v="49"/>
          <ac:spMkLst>
            <pc:docMk/>
            <pc:sldMk cId="1523197615" sldId="260"/>
            <ac:spMk id="34" creationId="{4BD02261-2DC8-4AA8-9E16-7751AE892445}"/>
          </ac:spMkLst>
        </pc:spChg>
        <pc:spChg chg="add">
          <ac:chgData name="Guest User" userId="" providerId="Windows Live" clId="Web-{C43325A0-BCF2-4891-9B1F-1BA01B06415D}" dt="2025-04-02T21:33:57.570" v="49"/>
          <ac:spMkLst>
            <pc:docMk/>
            <pc:sldMk cId="1523197615" sldId="260"/>
            <ac:spMk id="36" creationId="{3D752CF2-2291-40B5-B462-C17B174C10BC}"/>
          </ac:spMkLst>
        </pc:spChg>
        <pc:grpChg chg="add del">
          <ac:chgData name="Guest User" userId="" providerId="Windows Live" clId="Web-{C43325A0-BCF2-4891-9B1F-1BA01B06415D}" dt="2025-04-02T21:33:47.617" v="48"/>
          <ac:grpSpMkLst>
            <pc:docMk/>
            <pc:sldMk cId="1523197615" sldId="260"/>
            <ac:grpSpMk id="18" creationId="{114ED94A-C85D-4CD3-4205-438D21CE6B38}"/>
          </ac:grpSpMkLst>
        </pc:grpChg>
        <pc:picChg chg="add del mod ord">
          <ac:chgData name="Guest User" userId="" providerId="Windows Live" clId="Web-{C43325A0-BCF2-4891-9B1F-1BA01B06415D}" dt="2025-04-02T21:37:01.564" v="54"/>
          <ac:picMkLst>
            <pc:docMk/>
            <pc:sldMk cId="1523197615" sldId="260"/>
            <ac:picMk id="5" creationId="{F51FF5C4-9B23-1202-8B45-D9AA90275E50}"/>
          </ac:picMkLst>
        </pc:picChg>
        <pc:picChg chg="add mod ord">
          <ac:chgData name="Guest User" userId="" providerId="Windows Live" clId="Web-{C43325A0-BCF2-4891-9B1F-1BA01B06415D}" dt="2025-04-02T21:38:29.772" v="59" actId="14100"/>
          <ac:picMkLst>
            <pc:docMk/>
            <pc:sldMk cId="1523197615" sldId="260"/>
            <ac:picMk id="8" creationId="{9A5A647E-8135-8EEE-589B-99EB34405909}"/>
          </ac:picMkLst>
        </pc:picChg>
      </pc:sldChg>
      <pc:sldChg chg="addSp delSp modSp new mod setBg">
        <pc:chgData name="Guest User" userId="" providerId="Windows Live" clId="Web-{C43325A0-BCF2-4891-9B1F-1BA01B06415D}" dt="2025-04-02T21:34:19.728" v="51" actId="14100"/>
        <pc:sldMkLst>
          <pc:docMk/>
          <pc:sldMk cId="3239492575" sldId="261"/>
        </pc:sldMkLst>
        <pc:spChg chg="mod ord">
          <ac:chgData name="Guest User" userId="" providerId="Windows Live" clId="Web-{C43325A0-BCF2-4891-9B1F-1BA01B06415D}" dt="2025-04-02T21:33:23.475" v="47"/>
          <ac:spMkLst>
            <pc:docMk/>
            <pc:sldMk cId="3239492575" sldId="261"/>
            <ac:spMk id="2" creationId="{9B7AC985-DBDF-C406-9E45-3A412D92FC99}"/>
          </ac:spMkLst>
        </pc:spChg>
        <pc:spChg chg="mod ord">
          <ac:chgData name="Guest User" userId="" providerId="Windows Live" clId="Web-{C43325A0-BCF2-4891-9B1F-1BA01B06415D}" dt="2025-04-02T21:33:23.475" v="47"/>
          <ac:spMkLst>
            <pc:docMk/>
            <pc:sldMk cId="3239492575" sldId="261"/>
            <ac:spMk id="3" creationId="{2835C695-7C13-EC3A-6C94-6434A5710218}"/>
          </ac:spMkLst>
        </pc:spChg>
        <pc:spChg chg="del">
          <ac:chgData name="Guest User" userId="" providerId="Windows Live" clId="Web-{C43325A0-BCF2-4891-9B1F-1BA01B06415D}" dt="2025-04-02T21:28:36.241" v="12"/>
          <ac:spMkLst>
            <pc:docMk/>
            <pc:sldMk cId="3239492575" sldId="261"/>
            <ac:spMk id="4" creationId="{BDF172F3-BA31-A421-B1BB-FDBBE839A59C}"/>
          </ac:spMkLst>
        </pc:spChg>
        <pc:spChg chg="add del">
          <ac:chgData name="Guest User" userId="" providerId="Windows Live" clId="Web-{C43325A0-BCF2-4891-9B1F-1BA01B06415D}" dt="2025-04-02T21:33:14.755" v="42"/>
          <ac:spMkLst>
            <pc:docMk/>
            <pc:sldMk cId="3239492575" sldId="261"/>
            <ac:spMk id="11" creationId="{352BEC0E-22F8-46D0-9632-375DB541B06C}"/>
          </ac:spMkLst>
        </pc:spChg>
        <pc:spChg chg="add del">
          <ac:chgData name="Guest User" userId="" providerId="Windows Live" clId="Web-{C43325A0-BCF2-4891-9B1F-1BA01B06415D}" dt="2025-04-02T21:33:14.755" v="42"/>
          <ac:spMkLst>
            <pc:docMk/>
            <pc:sldMk cId="3239492575" sldId="261"/>
            <ac:spMk id="13" creationId="{3FCFB1DE-0B7E-48CC-BA90-B2AB0889F9D6}"/>
          </ac:spMkLst>
        </pc:spChg>
        <pc:spChg chg="add del">
          <ac:chgData name="Guest User" userId="" providerId="Windows Live" clId="Web-{C43325A0-BCF2-4891-9B1F-1BA01B06415D}" dt="2025-04-02T21:33:23.459" v="46"/>
          <ac:spMkLst>
            <pc:docMk/>
            <pc:sldMk cId="3239492575" sldId="261"/>
            <ac:spMk id="15" creationId="{F6CA58B3-AFCC-4A40-9882-50D5080879B0}"/>
          </ac:spMkLst>
        </pc:spChg>
        <pc:spChg chg="add del">
          <ac:chgData name="Guest User" userId="" providerId="Windows Live" clId="Web-{C43325A0-BCF2-4891-9B1F-1BA01B06415D}" dt="2025-04-02T21:33:20.256" v="44"/>
          <ac:spMkLst>
            <pc:docMk/>
            <pc:sldMk cId="3239492575" sldId="261"/>
            <ac:spMk id="16" creationId="{03AF1C04-3FEF-41BD-BB84-2F263765BEBC}"/>
          </ac:spMkLst>
        </pc:spChg>
        <pc:spChg chg="add del">
          <ac:chgData name="Guest User" userId="" providerId="Windows Live" clId="Web-{C43325A0-BCF2-4891-9B1F-1BA01B06415D}" dt="2025-04-02T21:33:23.459" v="46"/>
          <ac:spMkLst>
            <pc:docMk/>
            <pc:sldMk cId="3239492575" sldId="261"/>
            <ac:spMk id="19" creationId="{82095FCE-EF05-4443-B97A-85DEE3A5CA17}"/>
          </ac:spMkLst>
        </pc:spChg>
        <pc:spChg chg="add del">
          <ac:chgData name="Guest User" userId="" providerId="Windows Live" clId="Web-{C43325A0-BCF2-4891-9B1F-1BA01B06415D}" dt="2025-04-02T21:33:23.459" v="46"/>
          <ac:spMkLst>
            <pc:docMk/>
            <pc:sldMk cId="3239492575" sldId="261"/>
            <ac:spMk id="30" creationId="{231BF440-39FA-4087-84CC-2EEC0BBDAF29}"/>
          </ac:spMkLst>
        </pc:spChg>
        <pc:spChg chg="add del">
          <ac:chgData name="Guest User" userId="" providerId="Windows Live" clId="Web-{C43325A0-BCF2-4891-9B1F-1BA01B06415D}" dt="2025-04-02T21:33:23.459" v="46"/>
          <ac:spMkLst>
            <pc:docMk/>
            <pc:sldMk cId="3239492575" sldId="261"/>
            <ac:spMk id="31" creationId="{F04E4CBA-303B-48BD-8451-C2701CB0EEBF}"/>
          </ac:spMkLst>
        </pc:spChg>
        <pc:spChg chg="add del">
          <ac:chgData name="Guest User" userId="" providerId="Windows Live" clId="Web-{C43325A0-BCF2-4891-9B1F-1BA01B06415D}" dt="2025-04-02T21:33:23.459" v="46"/>
          <ac:spMkLst>
            <pc:docMk/>
            <pc:sldMk cId="3239492575" sldId="261"/>
            <ac:spMk id="32" creationId="{75C56826-D4E5-42ED-8529-079651CB3005}"/>
          </ac:spMkLst>
        </pc:spChg>
        <pc:spChg chg="add del">
          <ac:chgData name="Guest User" userId="" providerId="Windows Live" clId="Web-{C43325A0-BCF2-4891-9B1F-1BA01B06415D}" dt="2025-04-02T21:33:23.459" v="46"/>
          <ac:spMkLst>
            <pc:docMk/>
            <pc:sldMk cId="3239492575" sldId="261"/>
            <ac:spMk id="33" creationId="{CA00AE6B-AA30-4CF8-BA6F-339B780AD76C}"/>
          </ac:spMkLst>
        </pc:spChg>
        <pc:spChg chg="add">
          <ac:chgData name="Guest User" userId="" providerId="Windows Live" clId="Web-{C43325A0-BCF2-4891-9B1F-1BA01B06415D}" dt="2025-04-02T21:33:23.475" v="47"/>
          <ac:spMkLst>
            <pc:docMk/>
            <pc:sldMk cId="3239492575" sldId="261"/>
            <ac:spMk id="35" creationId="{115719BB-48A7-4AF4-BB91-DC82E0DF727D}"/>
          </ac:spMkLst>
        </pc:spChg>
        <pc:spChg chg="add">
          <ac:chgData name="Guest User" userId="" providerId="Windows Live" clId="Web-{C43325A0-BCF2-4891-9B1F-1BA01B06415D}" dt="2025-04-02T21:33:23.475" v="47"/>
          <ac:spMkLst>
            <pc:docMk/>
            <pc:sldMk cId="3239492575" sldId="261"/>
            <ac:spMk id="36" creationId="{10973A55-5440-4A99-B526-B5812E46271E}"/>
          </ac:spMkLst>
        </pc:spChg>
        <pc:spChg chg="add">
          <ac:chgData name="Guest User" userId="" providerId="Windows Live" clId="Web-{C43325A0-BCF2-4891-9B1F-1BA01B06415D}" dt="2025-04-02T21:33:23.475" v="47"/>
          <ac:spMkLst>
            <pc:docMk/>
            <pc:sldMk cId="3239492575" sldId="261"/>
            <ac:spMk id="37" creationId="{A9682493-588A-4D52-98F6-FBBD80C07ECB}"/>
          </ac:spMkLst>
        </pc:spChg>
        <pc:spChg chg="add">
          <ac:chgData name="Guest User" userId="" providerId="Windows Live" clId="Web-{C43325A0-BCF2-4891-9B1F-1BA01B06415D}" dt="2025-04-02T21:33:23.475" v="47"/>
          <ac:spMkLst>
            <pc:docMk/>
            <pc:sldMk cId="3239492575" sldId="261"/>
            <ac:spMk id="38" creationId="{FBEC5A7A-ADE4-48D9-B89C-2BA1C9110632}"/>
          </ac:spMkLst>
        </pc:spChg>
        <pc:spChg chg="add">
          <ac:chgData name="Guest User" userId="" providerId="Windows Live" clId="Web-{C43325A0-BCF2-4891-9B1F-1BA01B06415D}" dt="2025-04-02T21:33:23.475" v="47"/>
          <ac:spMkLst>
            <pc:docMk/>
            <pc:sldMk cId="3239492575" sldId="261"/>
            <ac:spMk id="39" creationId="{82095FCE-EF05-4443-B97A-85DEE3A5CA17}"/>
          </ac:spMkLst>
        </pc:spChg>
        <pc:grpChg chg="add del">
          <ac:chgData name="Guest User" userId="" providerId="Windows Live" clId="Web-{C43325A0-BCF2-4891-9B1F-1BA01B06415D}" dt="2025-04-02T21:33:20.256" v="44"/>
          <ac:grpSpMkLst>
            <pc:docMk/>
            <pc:sldMk cId="3239492575" sldId="261"/>
            <ac:grpSpMk id="17" creationId="{9A28EBCD-582B-4E3B-AB95-15EA16034C64}"/>
          </ac:grpSpMkLst>
        </pc:grpChg>
        <pc:grpChg chg="add del">
          <ac:chgData name="Guest User" userId="" providerId="Windows Live" clId="Web-{C43325A0-BCF2-4891-9B1F-1BA01B06415D}" dt="2025-04-02T21:33:20.256" v="44"/>
          <ac:grpSpMkLst>
            <pc:docMk/>
            <pc:sldMk cId="3239492575" sldId="261"/>
            <ac:grpSpMk id="20" creationId="{094DE5E8-C080-45A4-B2F4-8FE7D8F8EEE8}"/>
          </ac:grpSpMkLst>
        </pc:grpChg>
        <pc:grpChg chg="add del">
          <ac:chgData name="Guest User" userId="" providerId="Windows Live" clId="Web-{C43325A0-BCF2-4891-9B1F-1BA01B06415D}" dt="2025-04-02T21:33:20.256" v="44"/>
          <ac:grpSpMkLst>
            <pc:docMk/>
            <pc:sldMk cId="3239492575" sldId="261"/>
            <ac:grpSpMk id="21" creationId="{E27AF472-EAE3-4572-AB69-B92BD10DBC6D}"/>
          </ac:grpSpMkLst>
        </pc:grpChg>
        <pc:picChg chg="add mod ord">
          <ac:chgData name="Guest User" userId="" providerId="Windows Live" clId="Web-{C43325A0-BCF2-4891-9B1F-1BA01B06415D}" dt="2025-04-02T21:34:19.728" v="51" actId="14100"/>
          <ac:picMkLst>
            <pc:docMk/>
            <pc:sldMk cId="3239492575" sldId="261"/>
            <ac:picMk id="5" creationId="{ED53667F-E5EC-C306-F8F1-A11B00A0D2A9}"/>
          </ac:picMkLst>
        </pc:picChg>
        <pc:picChg chg="add mod ord">
          <ac:chgData name="Guest User" userId="" providerId="Windows Live" clId="Web-{C43325A0-BCF2-4891-9B1F-1BA01B06415D}" dt="2025-04-02T21:34:12.883" v="50" actId="14100"/>
          <ac:picMkLst>
            <pc:docMk/>
            <pc:sldMk cId="3239492575" sldId="261"/>
            <ac:picMk id="6" creationId="{4B9EF006-5AEF-E9C3-5760-6F38E30D3E43}"/>
          </ac:picMkLst>
        </pc:picChg>
      </pc:sldChg>
    </pc:docChg>
  </pc:docChgLst>
  <pc:docChgLst>
    <pc:chgData name="Andrew Fish" userId="a03d959f75c04e9f" providerId="LiveId" clId="{2F92F90E-E5AB-4F9C-8AF6-D6D7E91B0041}"/>
    <pc:docChg chg="undo custSel addSld modSld">
      <pc:chgData name="Andrew Fish" userId="a03d959f75c04e9f" providerId="LiveId" clId="{2F92F90E-E5AB-4F9C-8AF6-D6D7E91B0041}" dt="2025-04-03T19:59:06.334" v="1755" actId="20577"/>
      <pc:docMkLst>
        <pc:docMk/>
      </pc:docMkLst>
      <pc:sldChg chg="modSp mod">
        <pc:chgData name="Andrew Fish" userId="a03d959f75c04e9f" providerId="LiveId" clId="{2F92F90E-E5AB-4F9C-8AF6-D6D7E91B0041}" dt="2025-04-02T20:31:11.718" v="1473" actId="20577"/>
        <pc:sldMkLst>
          <pc:docMk/>
          <pc:sldMk cId="997063948" sldId="256"/>
        </pc:sldMkLst>
        <pc:spChg chg="mod">
          <ac:chgData name="Andrew Fish" userId="a03d959f75c04e9f" providerId="LiveId" clId="{2F92F90E-E5AB-4F9C-8AF6-D6D7E91B0041}" dt="2025-04-02T20:30:23.289" v="1399" actId="20577"/>
          <ac:spMkLst>
            <pc:docMk/>
            <pc:sldMk cId="997063948" sldId="256"/>
            <ac:spMk id="2" creationId="{34263CCA-D999-FC64-285F-F917BEA6B6FC}"/>
          </ac:spMkLst>
        </pc:spChg>
        <pc:spChg chg="mod">
          <ac:chgData name="Andrew Fish" userId="a03d959f75c04e9f" providerId="LiveId" clId="{2F92F90E-E5AB-4F9C-8AF6-D6D7E91B0041}" dt="2025-04-02T20:31:11.718" v="1473" actId="20577"/>
          <ac:spMkLst>
            <pc:docMk/>
            <pc:sldMk cId="997063948" sldId="256"/>
            <ac:spMk id="3" creationId="{9CF48F2F-3A36-3B3A-2174-1302E2BA3039}"/>
          </ac:spMkLst>
        </pc:spChg>
      </pc:sldChg>
      <pc:sldChg chg="addSp delSp modSp new mod">
        <pc:chgData name="Andrew Fish" userId="a03d959f75c04e9f" providerId="LiveId" clId="{2F92F90E-E5AB-4F9C-8AF6-D6D7E91B0041}" dt="2025-04-02T19:54:13.313" v="623" actId="1076"/>
        <pc:sldMkLst>
          <pc:docMk/>
          <pc:sldMk cId="3256238467" sldId="257"/>
        </pc:sldMkLst>
        <pc:spChg chg="mod">
          <ac:chgData name="Andrew Fish" userId="a03d959f75c04e9f" providerId="LiveId" clId="{2F92F90E-E5AB-4F9C-8AF6-D6D7E91B0041}" dt="2025-04-02T19:46:27.840" v="354" actId="1076"/>
          <ac:spMkLst>
            <pc:docMk/>
            <pc:sldMk cId="3256238467" sldId="257"/>
            <ac:spMk id="2" creationId="{02116C17-34E2-3786-E4F3-5A5A025F9E2F}"/>
          </ac:spMkLst>
        </pc:spChg>
        <pc:spChg chg="del">
          <ac:chgData name="Andrew Fish" userId="a03d959f75c04e9f" providerId="LiveId" clId="{2F92F90E-E5AB-4F9C-8AF6-D6D7E91B0041}" dt="2025-04-02T19:35:02.476" v="11" actId="3680"/>
          <ac:spMkLst>
            <pc:docMk/>
            <pc:sldMk cId="3256238467" sldId="257"/>
            <ac:spMk id="3" creationId="{52563039-E9D5-37DF-5A60-92FB7CD92B44}"/>
          </ac:spMkLst>
        </pc:spChg>
        <pc:spChg chg="add del mod">
          <ac:chgData name="Andrew Fish" userId="a03d959f75c04e9f" providerId="LiveId" clId="{2F92F90E-E5AB-4F9C-8AF6-D6D7E91B0041}" dt="2025-04-02T19:35:26.030" v="13" actId="3680"/>
          <ac:spMkLst>
            <pc:docMk/>
            <pc:sldMk cId="3256238467" sldId="257"/>
            <ac:spMk id="6" creationId="{E314865E-7501-D3A0-3A32-36D2E7B81C26}"/>
          </ac:spMkLst>
        </pc:spChg>
        <pc:spChg chg="add del mod">
          <ac:chgData name="Andrew Fish" userId="a03d959f75c04e9f" providerId="LiveId" clId="{2F92F90E-E5AB-4F9C-8AF6-D6D7E91B0041}" dt="2025-04-02T19:38:07.796" v="85" actId="3680"/>
          <ac:spMkLst>
            <pc:docMk/>
            <pc:sldMk cId="3256238467" sldId="257"/>
            <ac:spMk id="9" creationId="{DCCA6513-8DD8-62DE-3806-2BA7BF32F8A0}"/>
          </ac:spMkLst>
        </pc:spChg>
        <pc:spChg chg="add del mod">
          <ac:chgData name="Andrew Fish" userId="a03d959f75c04e9f" providerId="LiveId" clId="{2F92F90E-E5AB-4F9C-8AF6-D6D7E91B0041}" dt="2025-04-02T19:38:58.053" v="87" actId="3680"/>
          <ac:spMkLst>
            <pc:docMk/>
            <pc:sldMk cId="3256238467" sldId="257"/>
            <ac:spMk id="12" creationId="{29768996-71B5-2EDC-513D-CC15AB771BC1}"/>
          </ac:spMkLst>
        </pc:spChg>
        <pc:spChg chg="add del mod">
          <ac:chgData name="Andrew Fish" userId="a03d959f75c04e9f" providerId="LiveId" clId="{2F92F90E-E5AB-4F9C-8AF6-D6D7E91B0041}" dt="2025-04-02T19:40:53.982" v="162" actId="3680"/>
          <ac:spMkLst>
            <pc:docMk/>
            <pc:sldMk cId="3256238467" sldId="257"/>
            <ac:spMk id="15" creationId="{ED7D243C-CA24-9A30-2071-08DEC86E940B}"/>
          </ac:spMkLst>
        </pc:spChg>
        <pc:spChg chg="add mod">
          <ac:chgData name="Andrew Fish" userId="a03d959f75c04e9f" providerId="LiveId" clId="{2F92F90E-E5AB-4F9C-8AF6-D6D7E91B0041}" dt="2025-04-02T19:49:23.467" v="377" actId="122"/>
          <ac:spMkLst>
            <pc:docMk/>
            <pc:sldMk cId="3256238467" sldId="257"/>
            <ac:spMk id="21" creationId="{171D9D14-BBD1-D03D-5683-241F08B974F5}"/>
          </ac:spMkLst>
        </pc:spChg>
        <pc:spChg chg="add mod">
          <ac:chgData name="Andrew Fish" userId="a03d959f75c04e9f" providerId="LiveId" clId="{2F92F90E-E5AB-4F9C-8AF6-D6D7E91B0041}" dt="2025-04-02T19:50:08.854" v="399" actId="1076"/>
          <ac:spMkLst>
            <pc:docMk/>
            <pc:sldMk cId="3256238467" sldId="257"/>
            <ac:spMk id="22" creationId="{EF959A11-0CBD-14BE-8398-E4B6E61AC5AA}"/>
          </ac:spMkLst>
        </pc:spChg>
        <pc:spChg chg="add mod">
          <ac:chgData name="Andrew Fish" userId="a03d959f75c04e9f" providerId="LiveId" clId="{2F92F90E-E5AB-4F9C-8AF6-D6D7E91B0041}" dt="2025-04-02T19:54:06.416" v="621" actId="255"/>
          <ac:spMkLst>
            <pc:docMk/>
            <pc:sldMk cId="3256238467" sldId="257"/>
            <ac:spMk id="23" creationId="{BF073C2E-5BB3-03C5-9532-929497ECBCF1}"/>
          </ac:spMkLst>
        </pc:spChg>
        <pc:graphicFrameChg chg="add del mod ord modGraphic">
          <ac:chgData name="Andrew Fish" userId="a03d959f75c04e9f" providerId="LiveId" clId="{2F92F90E-E5AB-4F9C-8AF6-D6D7E91B0041}" dt="2025-04-02T19:35:09.695" v="12" actId="478"/>
          <ac:graphicFrameMkLst>
            <pc:docMk/>
            <pc:sldMk cId="3256238467" sldId="257"/>
            <ac:graphicFrameMk id="4" creationId="{1099D559-286E-C767-1B96-D505E5FFC426}"/>
          </ac:graphicFrameMkLst>
        </pc:graphicFrameChg>
        <pc:graphicFrameChg chg="add del mod ord modGraphic">
          <ac:chgData name="Andrew Fish" userId="a03d959f75c04e9f" providerId="LiveId" clId="{2F92F90E-E5AB-4F9C-8AF6-D6D7E91B0041}" dt="2025-04-02T19:37:26.693" v="84" actId="478"/>
          <ac:graphicFrameMkLst>
            <pc:docMk/>
            <pc:sldMk cId="3256238467" sldId="257"/>
            <ac:graphicFrameMk id="7" creationId="{263B8B67-3AB4-C355-14A2-890400712BFF}"/>
          </ac:graphicFrameMkLst>
        </pc:graphicFrameChg>
        <pc:graphicFrameChg chg="add del mod ord modGraphic">
          <ac:chgData name="Andrew Fish" userId="a03d959f75c04e9f" providerId="LiveId" clId="{2F92F90E-E5AB-4F9C-8AF6-D6D7E91B0041}" dt="2025-04-02T19:38:25.949" v="86" actId="478"/>
          <ac:graphicFrameMkLst>
            <pc:docMk/>
            <pc:sldMk cId="3256238467" sldId="257"/>
            <ac:graphicFrameMk id="10" creationId="{B2CC0C83-8F93-0E7C-7C0E-6A1CD047125A}"/>
          </ac:graphicFrameMkLst>
        </pc:graphicFrameChg>
        <pc:graphicFrameChg chg="add del mod ord modGraphic">
          <ac:chgData name="Andrew Fish" userId="a03d959f75c04e9f" providerId="LiveId" clId="{2F92F90E-E5AB-4F9C-8AF6-D6D7E91B0041}" dt="2025-04-02T19:40:41.612" v="161" actId="478"/>
          <ac:graphicFrameMkLst>
            <pc:docMk/>
            <pc:sldMk cId="3256238467" sldId="257"/>
            <ac:graphicFrameMk id="13" creationId="{D3D21DD7-53C0-E7E5-8557-6612959DF868}"/>
          </ac:graphicFrameMkLst>
        </pc:graphicFrameChg>
        <pc:graphicFrameChg chg="add mod ord modGraphic">
          <ac:chgData name="Andrew Fish" userId="a03d959f75c04e9f" providerId="LiveId" clId="{2F92F90E-E5AB-4F9C-8AF6-D6D7E91B0041}" dt="2025-04-02T19:48:47.728" v="362" actId="14100"/>
          <ac:graphicFrameMkLst>
            <pc:docMk/>
            <pc:sldMk cId="3256238467" sldId="257"/>
            <ac:graphicFrameMk id="16" creationId="{E5E82146-5828-51A8-DECC-02752A5FCFB3}"/>
          </ac:graphicFrameMkLst>
        </pc:graphicFrameChg>
        <pc:picChg chg="add mod">
          <ac:chgData name="Andrew Fish" userId="a03d959f75c04e9f" providerId="LiveId" clId="{2F92F90E-E5AB-4F9C-8AF6-D6D7E91B0041}" dt="2025-04-02T19:49:06.421" v="367" actId="1076"/>
          <ac:picMkLst>
            <pc:docMk/>
            <pc:sldMk cId="3256238467" sldId="257"/>
            <ac:picMk id="18" creationId="{BD75F87D-E1A3-7EBB-A759-819859EDFD7A}"/>
          </ac:picMkLst>
        </pc:picChg>
        <pc:picChg chg="add mod">
          <ac:chgData name="Andrew Fish" userId="a03d959f75c04e9f" providerId="LiveId" clId="{2F92F90E-E5AB-4F9C-8AF6-D6D7E91B0041}" dt="2025-04-02T19:48:59.424" v="366" actId="14100"/>
          <ac:picMkLst>
            <pc:docMk/>
            <pc:sldMk cId="3256238467" sldId="257"/>
            <ac:picMk id="20" creationId="{24DC7EB5-E2F3-938E-6B12-AAD0FA6C24A8}"/>
          </ac:picMkLst>
        </pc:picChg>
        <pc:picChg chg="add mod">
          <ac:chgData name="Andrew Fish" userId="a03d959f75c04e9f" providerId="LiveId" clId="{2F92F90E-E5AB-4F9C-8AF6-D6D7E91B0041}" dt="2025-04-02T19:54:13.313" v="623" actId="1076"/>
          <ac:picMkLst>
            <pc:docMk/>
            <pc:sldMk cId="3256238467" sldId="257"/>
            <ac:picMk id="25" creationId="{2E8DE444-8B9E-05E8-470E-F9AF3BF1C24E}"/>
          </ac:picMkLst>
        </pc:picChg>
      </pc:sldChg>
      <pc:sldChg chg="addSp delSp modSp new mod">
        <pc:chgData name="Andrew Fish" userId="a03d959f75c04e9f" providerId="LiveId" clId="{2F92F90E-E5AB-4F9C-8AF6-D6D7E91B0041}" dt="2025-04-03T02:24:06.583" v="1697" actId="20577"/>
        <pc:sldMkLst>
          <pc:docMk/>
          <pc:sldMk cId="2538755708" sldId="258"/>
        </pc:sldMkLst>
        <pc:spChg chg="mod">
          <ac:chgData name="Andrew Fish" userId="a03d959f75c04e9f" providerId="LiveId" clId="{2F92F90E-E5AB-4F9C-8AF6-D6D7E91B0041}" dt="2025-04-02T19:55:01.180" v="655" actId="1076"/>
          <ac:spMkLst>
            <pc:docMk/>
            <pc:sldMk cId="2538755708" sldId="258"/>
            <ac:spMk id="2" creationId="{116EFDE9-127C-8A0A-9C51-44B3E19B5FBB}"/>
          </ac:spMkLst>
        </pc:spChg>
        <pc:spChg chg="mod">
          <ac:chgData name="Andrew Fish" userId="a03d959f75c04e9f" providerId="LiveId" clId="{2F92F90E-E5AB-4F9C-8AF6-D6D7E91B0041}" dt="2025-04-03T02:24:06.583" v="1697" actId="20577"/>
          <ac:spMkLst>
            <pc:docMk/>
            <pc:sldMk cId="2538755708" sldId="258"/>
            <ac:spMk id="3" creationId="{9184BC87-1B14-48D6-FBD0-B8BD099C2A25}"/>
          </ac:spMkLst>
        </pc:spChg>
        <pc:spChg chg="add mod">
          <ac:chgData name="Andrew Fish" userId="a03d959f75c04e9f" providerId="LiveId" clId="{2F92F90E-E5AB-4F9C-8AF6-D6D7E91B0041}" dt="2025-04-02T20:16:16.142" v="1377" actId="1076"/>
          <ac:spMkLst>
            <pc:docMk/>
            <pc:sldMk cId="2538755708" sldId="258"/>
            <ac:spMk id="10" creationId="{A4F00F34-0BEA-9BAD-331A-B9C428CA24BD}"/>
          </ac:spMkLst>
        </pc:spChg>
        <pc:graphicFrameChg chg="add del mod modGraphic">
          <ac:chgData name="Andrew Fish" userId="a03d959f75c04e9f" providerId="LiveId" clId="{2F92F90E-E5AB-4F9C-8AF6-D6D7E91B0041}" dt="2025-04-02T20:06:41.198" v="902" actId="478"/>
          <ac:graphicFrameMkLst>
            <pc:docMk/>
            <pc:sldMk cId="2538755708" sldId="258"/>
            <ac:graphicFrameMk id="6" creationId="{C8F56E6F-B219-C17D-1B55-F78F1C949106}"/>
          </ac:graphicFrameMkLst>
        </pc:graphicFrameChg>
        <pc:graphicFrameChg chg="add mod modGraphic">
          <ac:chgData name="Andrew Fish" userId="a03d959f75c04e9f" providerId="LiveId" clId="{2F92F90E-E5AB-4F9C-8AF6-D6D7E91B0041}" dt="2025-04-03T02:23:28.042" v="1539" actId="20577"/>
          <ac:graphicFrameMkLst>
            <pc:docMk/>
            <pc:sldMk cId="2538755708" sldId="258"/>
            <ac:graphicFrameMk id="7" creationId="{F47524A4-6450-971E-100E-2C422C3F0156}"/>
          </ac:graphicFrameMkLst>
        </pc:graphicFrameChg>
        <pc:picChg chg="add mod">
          <ac:chgData name="Andrew Fish" userId="a03d959f75c04e9f" providerId="LiveId" clId="{2F92F90E-E5AB-4F9C-8AF6-D6D7E91B0041}" dt="2025-04-02T20:15:10.614" v="1353" actId="1076"/>
          <ac:picMkLst>
            <pc:docMk/>
            <pc:sldMk cId="2538755708" sldId="258"/>
            <ac:picMk id="5" creationId="{831E03C9-B636-7444-634B-8EA944218978}"/>
          </ac:picMkLst>
        </pc:picChg>
        <pc:picChg chg="add mod">
          <ac:chgData name="Andrew Fish" userId="a03d959f75c04e9f" providerId="LiveId" clId="{2F92F90E-E5AB-4F9C-8AF6-D6D7E91B0041}" dt="2025-04-02T20:15:13.891" v="1354" actId="1076"/>
          <ac:picMkLst>
            <pc:docMk/>
            <pc:sldMk cId="2538755708" sldId="258"/>
            <ac:picMk id="9" creationId="{DE295594-CB67-CDD0-4CAC-F851039AF4FD}"/>
          </ac:picMkLst>
        </pc:picChg>
      </pc:sldChg>
      <pc:sldChg chg="modSp mod">
        <pc:chgData name="Andrew Fish" userId="a03d959f75c04e9f" providerId="LiveId" clId="{2F92F90E-E5AB-4F9C-8AF6-D6D7E91B0041}" dt="2025-04-03T19:59:06.334" v="1755" actId="20577"/>
        <pc:sldMkLst>
          <pc:docMk/>
          <pc:sldMk cId="445580477" sldId="262"/>
        </pc:sldMkLst>
        <pc:spChg chg="mod">
          <ac:chgData name="Andrew Fish" userId="a03d959f75c04e9f" providerId="LiveId" clId="{2F92F90E-E5AB-4F9C-8AF6-D6D7E91B0041}" dt="2025-04-03T19:59:06.334" v="1755" actId="20577"/>
          <ac:spMkLst>
            <pc:docMk/>
            <pc:sldMk cId="445580477" sldId="262"/>
            <ac:spMk id="2" creationId="{0E9522F5-10AD-DEAC-09D7-F591EAD48FBF}"/>
          </ac:spMkLst>
        </pc:spChg>
      </pc:sldChg>
      <pc:sldChg chg="delSp modSp mod">
        <pc:chgData name="Andrew Fish" userId="a03d959f75c04e9f" providerId="LiveId" clId="{2F92F90E-E5AB-4F9C-8AF6-D6D7E91B0041}" dt="2025-04-03T19:58:59.432" v="1754" actId="20577"/>
        <pc:sldMkLst>
          <pc:docMk/>
          <pc:sldMk cId="220471613" sldId="263"/>
        </pc:sldMkLst>
        <pc:spChg chg="mod">
          <ac:chgData name="Andrew Fish" userId="a03d959f75c04e9f" providerId="LiveId" clId="{2F92F90E-E5AB-4F9C-8AF6-D6D7E91B0041}" dt="2025-04-03T19:58:59.432" v="1754" actId="20577"/>
          <ac:spMkLst>
            <pc:docMk/>
            <pc:sldMk cId="220471613" sldId="263"/>
            <ac:spMk id="2" creationId="{5E7B790E-6276-0671-065B-D179E6D296EB}"/>
          </ac:spMkLst>
        </pc:spChg>
        <pc:spChg chg="mod">
          <ac:chgData name="Andrew Fish" userId="a03d959f75c04e9f" providerId="LiveId" clId="{2F92F90E-E5AB-4F9C-8AF6-D6D7E91B0041}" dt="2025-04-03T19:14:12.699" v="1745" actId="20577"/>
          <ac:spMkLst>
            <pc:docMk/>
            <pc:sldMk cId="220471613" sldId="263"/>
            <ac:spMk id="46" creationId="{1039D414-EDD1-CC50-087D-4FE3B280BB83}"/>
          </ac:spMkLst>
        </pc:spChg>
        <pc:picChg chg="mod">
          <ac:chgData name="Andrew Fish" userId="a03d959f75c04e9f" providerId="LiveId" clId="{2F92F90E-E5AB-4F9C-8AF6-D6D7E91B0041}" dt="2025-04-03T19:14:18.860" v="1746" actId="1076"/>
          <ac:picMkLst>
            <pc:docMk/>
            <pc:sldMk cId="220471613" sldId="263"/>
            <ac:picMk id="28" creationId="{E48C2017-AFAF-9866-146D-B03F38FCF203}"/>
          </ac:picMkLst>
        </pc:picChg>
        <pc:picChg chg="del">
          <ac:chgData name="Andrew Fish" userId="a03d959f75c04e9f" providerId="LiveId" clId="{2F92F90E-E5AB-4F9C-8AF6-D6D7E91B0041}" dt="2025-04-03T19:13:28.207" v="1735" actId="478"/>
          <ac:picMkLst>
            <pc:docMk/>
            <pc:sldMk cId="220471613" sldId="263"/>
            <ac:picMk id="29" creationId="{F14D692A-91FA-96BC-80EB-4FDBF9D0D8AD}"/>
          </ac:picMkLst>
        </pc:picChg>
      </pc:sldChg>
      <pc:sldChg chg="addSp delSp modSp new mod modClrScheme chgLayout">
        <pc:chgData name="Andrew Fish" userId="a03d959f75c04e9f" providerId="LiveId" clId="{2F92F90E-E5AB-4F9C-8AF6-D6D7E91B0041}" dt="2025-04-03T19:13:18.053" v="1733" actId="255"/>
        <pc:sldMkLst>
          <pc:docMk/>
          <pc:sldMk cId="445349865" sldId="265"/>
        </pc:sldMkLst>
        <pc:spChg chg="mod ord">
          <ac:chgData name="Andrew Fish" userId="a03d959f75c04e9f" providerId="LiveId" clId="{2F92F90E-E5AB-4F9C-8AF6-D6D7E91B0041}" dt="2025-04-03T19:13:18.053" v="1733" actId="255"/>
          <ac:spMkLst>
            <pc:docMk/>
            <pc:sldMk cId="445349865" sldId="265"/>
            <ac:spMk id="2" creationId="{A201E5D9-3A2A-0E07-1A1C-2D1B4B0564F1}"/>
          </ac:spMkLst>
        </pc:spChg>
        <pc:spChg chg="mod ord">
          <ac:chgData name="Andrew Fish" userId="a03d959f75c04e9f" providerId="LiveId" clId="{2F92F90E-E5AB-4F9C-8AF6-D6D7E91B0041}" dt="2025-04-03T19:13:07.907" v="1730" actId="1076"/>
          <ac:spMkLst>
            <pc:docMk/>
            <pc:sldMk cId="445349865" sldId="265"/>
            <ac:spMk id="3" creationId="{8B4C3507-0F1C-A051-640E-E861FCF1AA1D}"/>
          </ac:spMkLst>
        </pc:spChg>
        <pc:spChg chg="add del mod ord">
          <ac:chgData name="Andrew Fish" userId="a03d959f75c04e9f" providerId="LiveId" clId="{2F92F90E-E5AB-4F9C-8AF6-D6D7E91B0041}" dt="2025-04-03T19:12:51.901" v="1726" actId="478"/>
          <ac:spMkLst>
            <pc:docMk/>
            <pc:sldMk cId="445349865" sldId="265"/>
            <ac:spMk id="4" creationId="{77C592CC-7D25-917D-F22B-60D598EC162A}"/>
          </ac:spMkLst>
        </pc:spChg>
        <pc:picChg chg="add mod">
          <ac:chgData name="Andrew Fish" userId="a03d959f75c04e9f" providerId="LiveId" clId="{2F92F90E-E5AB-4F9C-8AF6-D6D7E91B0041}" dt="2025-04-03T19:12:47.992" v="1725"/>
          <ac:picMkLst>
            <pc:docMk/>
            <pc:sldMk cId="445349865" sldId="265"/>
            <ac:picMk id="5" creationId="{9C1AC2A2-7820-ED3B-CC7C-893E84687DC1}"/>
          </ac:picMkLst>
        </pc:picChg>
        <pc:picChg chg="add mod">
          <ac:chgData name="Andrew Fish" userId="a03d959f75c04e9f" providerId="LiveId" clId="{2F92F90E-E5AB-4F9C-8AF6-D6D7E91B0041}" dt="2025-04-03T19:13:01.755" v="1729" actId="1076"/>
          <ac:picMkLst>
            <pc:docMk/>
            <pc:sldMk cId="445349865" sldId="265"/>
            <ac:picMk id="6" creationId="{CAED7775-C45D-57F0-2A50-F4837ABABA5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B340E-41AE-D3F7-CEA1-7E4EA04F19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8FE6B4-2516-60F0-09C3-38E36DF11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480548-0770-E986-9658-4C0F45F34FD4}"/>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5" name="Footer Placeholder 4">
            <a:extLst>
              <a:ext uri="{FF2B5EF4-FFF2-40B4-BE49-F238E27FC236}">
                <a16:creationId xmlns:a16="http://schemas.microsoft.com/office/drawing/2014/main" id="{5ECA3AA4-2D11-C5CD-9BED-ED4AC8977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82E29A-1102-BE58-FEC6-7FB144AF6267}"/>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3207424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299D-A95B-76ED-CC32-2AC03E8446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D8750-2259-3F8A-86EA-44A7D8FFE0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DEB3A-AD3A-5AD4-8FDB-B77C055665E5}"/>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5" name="Footer Placeholder 4">
            <a:extLst>
              <a:ext uri="{FF2B5EF4-FFF2-40B4-BE49-F238E27FC236}">
                <a16:creationId xmlns:a16="http://schemas.microsoft.com/office/drawing/2014/main" id="{204182DA-E749-B4CD-EE94-4D714A4E3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07B196-B813-FFB6-4815-50B1923FD101}"/>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1933296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6282B-256E-A066-492E-941236D717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43E9CD-3FC7-C78B-AB97-E9C2F67BAC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5654B1-66CB-27CD-295F-BCE69A81C7A7}"/>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5" name="Footer Placeholder 4">
            <a:extLst>
              <a:ext uri="{FF2B5EF4-FFF2-40B4-BE49-F238E27FC236}">
                <a16:creationId xmlns:a16="http://schemas.microsoft.com/office/drawing/2014/main" id="{83E86EEE-6782-3306-9795-5BD6B2EC9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2E3424-F809-61B2-0230-098E0B95F84B}"/>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3591970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0E6DB-5F54-18E5-B6C4-18561D37AA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07962A-6EA1-0C9B-E30D-B6797E820F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6783FA-2B8B-A6BD-3BFC-C92F72FB7B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58A50B-951D-0E4B-7D98-442CC293A852}"/>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6" name="Footer Placeholder 5">
            <a:extLst>
              <a:ext uri="{FF2B5EF4-FFF2-40B4-BE49-F238E27FC236}">
                <a16:creationId xmlns:a16="http://schemas.microsoft.com/office/drawing/2014/main" id="{9914385C-6717-BD02-7527-0F9A9C1326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A3BEE-B22F-A967-3E10-1CA06999BD76}"/>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2204327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E8DD-BD07-1301-FC76-AF60C0E44E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43DBFF-CF48-C9F2-11FC-5251C3AF35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3159F9-D61E-779D-46FC-69F3221092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93DE63-24CC-9201-E27D-4FB10A03EB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C0FA0-9F33-9DCC-674A-573EF65C2B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F09A4E-594F-1A74-CD5A-D582686B3A32}"/>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8" name="Footer Placeholder 7">
            <a:extLst>
              <a:ext uri="{FF2B5EF4-FFF2-40B4-BE49-F238E27FC236}">
                <a16:creationId xmlns:a16="http://schemas.microsoft.com/office/drawing/2014/main" id="{83F661BB-2C29-A7B3-BE45-F5F75DA884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506932-D8DA-A9AC-10BE-A1A6AD129C58}"/>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629152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A9871-27F7-14C3-5630-4AC9A877EB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6EBB97-FFDD-80A4-BD56-9A531AE86900}"/>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4" name="Footer Placeholder 3">
            <a:extLst>
              <a:ext uri="{FF2B5EF4-FFF2-40B4-BE49-F238E27FC236}">
                <a16:creationId xmlns:a16="http://schemas.microsoft.com/office/drawing/2014/main" id="{FD11B6F4-FFA1-B142-20FE-E06BBDC0FC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265167-C803-2FCB-E4BB-02879F7818CE}"/>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4252839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D6102-6BF8-9473-D248-AECA9B204683}"/>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3" name="Footer Placeholder 2">
            <a:extLst>
              <a:ext uri="{FF2B5EF4-FFF2-40B4-BE49-F238E27FC236}">
                <a16:creationId xmlns:a16="http://schemas.microsoft.com/office/drawing/2014/main" id="{49E91DB7-8FAA-AD2D-DEF6-FE008C892D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DC9D18-ABA0-5F9F-05BE-46301198CD7F}"/>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223707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90270-3159-696D-6460-14C2C396B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28065B-F8BB-02EF-AF39-AB411ABB43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D56C2F-4191-6AB6-3594-6B6B55EB7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AEBE77-C267-DC41-4D0D-ADB0445FEEFD}"/>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6" name="Footer Placeholder 5">
            <a:extLst>
              <a:ext uri="{FF2B5EF4-FFF2-40B4-BE49-F238E27FC236}">
                <a16:creationId xmlns:a16="http://schemas.microsoft.com/office/drawing/2014/main" id="{7D47283A-B302-6AA8-D3B9-1FB4C42264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A38666-B1B5-5669-4F68-4BE5DA6BA467}"/>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1090735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7CFB0-5824-FD07-7300-4F6B4A9688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E15A5E-FB65-3478-3265-23CBF4964C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457E22-1426-3C2D-E44D-CEC32715A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627F03-80E7-E586-D0F6-2CF99BAAF46B}"/>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6" name="Footer Placeholder 5">
            <a:extLst>
              <a:ext uri="{FF2B5EF4-FFF2-40B4-BE49-F238E27FC236}">
                <a16:creationId xmlns:a16="http://schemas.microsoft.com/office/drawing/2014/main" id="{06B47AD8-13B4-A44E-4566-DF33670CF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140C00-08FB-1114-7664-5507049D9E21}"/>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3218945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0D242-FB23-76CE-727A-CECD30B3E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0AB4E3-8A5F-C7B1-5B43-936AB55DC2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1A68A0-9508-EE62-DD26-9A8431697279}"/>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5" name="Footer Placeholder 4">
            <a:extLst>
              <a:ext uri="{FF2B5EF4-FFF2-40B4-BE49-F238E27FC236}">
                <a16:creationId xmlns:a16="http://schemas.microsoft.com/office/drawing/2014/main" id="{323E1197-3B8E-114A-F224-9E10C2BCE1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61975B-9DF1-E681-F26D-2368456763A6}"/>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2986954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DE3B-0B12-2393-D37F-2C48E9E15E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8AF090-A5EE-A382-79F2-3357EF450F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FF4533-0D1F-3D56-5DC7-76E8544B8D3B}"/>
              </a:ext>
            </a:extLst>
          </p:cNvPr>
          <p:cNvSpPr>
            <a:spLocks noGrp="1"/>
          </p:cNvSpPr>
          <p:nvPr>
            <p:ph type="dt" sz="half" idx="10"/>
          </p:nvPr>
        </p:nvSpPr>
        <p:spPr/>
        <p:txBody>
          <a:bodyPr/>
          <a:lstStyle/>
          <a:p>
            <a:fld id="{44CC1AC0-DBF6-4134-A0DA-ED457AAEA66C}" type="datetimeFigureOut">
              <a:rPr lang="en-US" smtClean="0"/>
              <a:t>4/2/2025</a:t>
            </a:fld>
            <a:endParaRPr lang="en-US"/>
          </a:p>
        </p:txBody>
      </p:sp>
      <p:sp>
        <p:nvSpPr>
          <p:cNvPr id="5" name="Footer Placeholder 4">
            <a:extLst>
              <a:ext uri="{FF2B5EF4-FFF2-40B4-BE49-F238E27FC236}">
                <a16:creationId xmlns:a16="http://schemas.microsoft.com/office/drawing/2014/main" id="{F1C7DB27-9900-97EE-5F5B-71307932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72242-9805-2C2B-5B9E-83B237C4C9DA}"/>
              </a:ext>
            </a:extLst>
          </p:cNvPr>
          <p:cNvSpPr>
            <a:spLocks noGrp="1"/>
          </p:cNvSpPr>
          <p:nvPr>
            <p:ph type="sldNum" sz="quarter" idx="12"/>
          </p:nvPr>
        </p:nvSpPr>
        <p:spPr/>
        <p:txBody>
          <a:bodyPr/>
          <a:lstStyle/>
          <a:p>
            <a:fld id="{CC6D9208-819C-454F-B614-89A367F74847}" type="slidenum">
              <a:rPr lang="en-US" smtClean="0"/>
              <a:t>‹#›</a:t>
            </a:fld>
            <a:endParaRPr lang="en-US"/>
          </a:p>
        </p:txBody>
      </p:sp>
    </p:spTree>
    <p:extLst>
      <p:ext uri="{BB962C8B-B14F-4D97-AF65-F5344CB8AC3E}">
        <p14:creationId xmlns:p14="http://schemas.microsoft.com/office/powerpoint/2010/main" val="159128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4B739-40B1-ED78-462E-888CB78CA1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2DECE9-3FF0-FBE5-8E71-684F9E337E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D8706-E76D-52FA-2E5A-CCCBDA9AD7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CC1AC0-DBF6-4134-A0DA-ED457AAEA66C}" type="datetimeFigureOut">
              <a:rPr lang="en-US" smtClean="0"/>
              <a:t>4/2/2025</a:t>
            </a:fld>
            <a:endParaRPr lang="en-US"/>
          </a:p>
        </p:txBody>
      </p:sp>
      <p:sp>
        <p:nvSpPr>
          <p:cNvPr id="5" name="Footer Placeholder 4">
            <a:extLst>
              <a:ext uri="{FF2B5EF4-FFF2-40B4-BE49-F238E27FC236}">
                <a16:creationId xmlns:a16="http://schemas.microsoft.com/office/drawing/2014/main" id="{117953D9-44FE-4FCA-8E02-9B00CE829B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94A5B3-D7CB-DE2B-D36C-01297B548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6D9208-819C-454F-B614-89A367F74847}" type="slidenum">
              <a:rPr lang="en-US" smtClean="0"/>
              <a:t>‹#›</a:t>
            </a:fld>
            <a:endParaRPr lang="en-US"/>
          </a:p>
        </p:txBody>
      </p:sp>
    </p:spTree>
    <p:extLst>
      <p:ext uri="{BB962C8B-B14F-4D97-AF65-F5344CB8AC3E}">
        <p14:creationId xmlns:p14="http://schemas.microsoft.com/office/powerpoint/2010/main" val="551126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63CCA-D999-FC64-285F-F917BEA6B6FC}"/>
              </a:ext>
            </a:extLst>
          </p:cNvPr>
          <p:cNvSpPr>
            <a:spLocks noGrp="1"/>
          </p:cNvSpPr>
          <p:nvPr>
            <p:ph type="ctrTitle"/>
          </p:nvPr>
        </p:nvSpPr>
        <p:spPr/>
        <p:txBody>
          <a:bodyPr/>
          <a:lstStyle/>
          <a:p>
            <a:r>
              <a:rPr lang="en-US" dirty="0"/>
              <a:t>NFL Betting Analysis</a:t>
            </a:r>
          </a:p>
        </p:txBody>
      </p:sp>
      <p:sp>
        <p:nvSpPr>
          <p:cNvPr id="3" name="Subtitle 2">
            <a:extLst>
              <a:ext uri="{FF2B5EF4-FFF2-40B4-BE49-F238E27FC236}">
                <a16:creationId xmlns:a16="http://schemas.microsoft.com/office/drawing/2014/main" id="{9CF48F2F-3A36-3B3A-2174-1302E2BA3039}"/>
              </a:ext>
            </a:extLst>
          </p:cNvPr>
          <p:cNvSpPr>
            <a:spLocks noGrp="1"/>
          </p:cNvSpPr>
          <p:nvPr>
            <p:ph type="subTitle" idx="1"/>
          </p:nvPr>
        </p:nvSpPr>
        <p:spPr/>
        <p:txBody>
          <a:bodyPr/>
          <a:lstStyle/>
          <a:p>
            <a:r>
              <a:rPr lang="en-US" dirty="0"/>
              <a:t>Yusif </a:t>
            </a:r>
            <a:r>
              <a:rPr lang="en-US" dirty="0" err="1"/>
              <a:t>Affara</a:t>
            </a:r>
            <a:r>
              <a:rPr lang="en-US" dirty="0"/>
              <a:t>, Chase Cardon, Andrew Fish, Marcel Hujanen, Luke Ponticello</a:t>
            </a:r>
          </a:p>
        </p:txBody>
      </p:sp>
    </p:spTree>
    <p:extLst>
      <p:ext uri="{BB962C8B-B14F-4D97-AF65-F5344CB8AC3E}">
        <p14:creationId xmlns:p14="http://schemas.microsoft.com/office/powerpoint/2010/main" val="99706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16C17-34E2-3786-E4F3-5A5A025F9E2F}"/>
              </a:ext>
            </a:extLst>
          </p:cNvPr>
          <p:cNvSpPr>
            <a:spLocks noGrp="1"/>
          </p:cNvSpPr>
          <p:nvPr>
            <p:ph type="title"/>
          </p:nvPr>
        </p:nvSpPr>
        <p:spPr>
          <a:xfrm>
            <a:off x="838200" y="138881"/>
            <a:ext cx="10515600" cy="530421"/>
          </a:xfrm>
        </p:spPr>
        <p:txBody>
          <a:bodyPr>
            <a:normAutofit fontScale="90000"/>
          </a:bodyPr>
          <a:lstStyle/>
          <a:p>
            <a:r>
              <a:rPr lang="en-US" dirty="0"/>
              <a:t>Totals</a:t>
            </a:r>
          </a:p>
        </p:txBody>
      </p:sp>
      <p:graphicFrame>
        <p:nvGraphicFramePr>
          <p:cNvPr id="16" name="Content Placeholder 15">
            <a:extLst>
              <a:ext uri="{FF2B5EF4-FFF2-40B4-BE49-F238E27FC236}">
                <a16:creationId xmlns:a16="http://schemas.microsoft.com/office/drawing/2014/main" id="{E5E82146-5828-51A8-DECC-02752A5FCFB3}"/>
              </a:ext>
            </a:extLst>
          </p:cNvPr>
          <p:cNvGraphicFramePr>
            <a:graphicFrameLocks noGrp="1"/>
          </p:cNvGraphicFramePr>
          <p:nvPr>
            <p:ph idx="1"/>
            <p:extLst>
              <p:ext uri="{D42A27DB-BD31-4B8C-83A1-F6EECF244321}">
                <p14:modId xmlns:p14="http://schemas.microsoft.com/office/powerpoint/2010/main" val="4149321793"/>
              </p:ext>
            </p:extLst>
          </p:nvPr>
        </p:nvGraphicFramePr>
        <p:xfrm>
          <a:off x="838200" y="886119"/>
          <a:ext cx="8409495" cy="1480184"/>
        </p:xfrm>
        <a:graphic>
          <a:graphicData uri="http://schemas.openxmlformats.org/drawingml/2006/table">
            <a:tbl>
              <a:tblPr firstRow="1" bandRow="1">
                <a:tableStyleId>{5C22544A-7EE6-4342-B048-85BDC9FD1C3A}</a:tableStyleId>
              </a:tblPr>
              <a:tblGrid>
                <a:gridCol w="1681899">
                  <a:extLst>
                    <a:ext uri="{9D8B030D-6E8A-4147-A177-3AD203B41FA5}">
                      <a16:colId xmlns:a16="http://schemas.microsoft.com/office/drawing/2014/main" val="3279487494"/>
                    </a:ext>
                  </a:extLst>
                </a:gridCol>
                <a:gridCol w="1681899">
                  <a:extLst>
                    <a:ext uri="{9D8B030D-6E8A-4147-A177-3AD203B41FA5}">
                      <a16:colId xmlns:a16="http://schemas.microsoft.com/office/drawing/2014/main" val="3970901956"/>
                    </a:ext>
                  </a:extLst>
                </a:gridCol>
                <a:gridCol w="1681899">
                  <a:extLst>
                    <a:ext uri="{9D8B030D-6E8A-4147-A177-3AD203B41FA5}">
                      <a16:colId xmlns:a16="http://schemas.microsoft.com/office/drawing/2014/main" val="3988448752"/>
                    </a:ext>
                  </a:extLst>
                </a:gridCol>
                <a:gridCol w="1681899">
                  <a:extLst>
                    <a:ext uri="{9D8B030D-6E8A-4147-A177-3AD203B41FA5}">
                      <a16:colId xmlns:a16="http://schemas.microsoft.com/office/drawing/2014/main" val="545774581"/>
                    </a:ext>
                  </a:extLst>
                </a:gridCol>
                <a:gridCol w="1681899">
                  <a:extLst>
                    <a:ext uri="{9D8B030D-6E8A-4147-A177-3AD203B41FA5}">
                      <a16:colId xmlns:a16="http://schemas.microsoft.com/office/drawing/2014/main" val="588206433"/>
                    </a:ext>
                  </a:extLst>
                </a:gridCol>
              </a:tblGrid>
              <a:tr h="370046">
                <a:tc>
                  <a:txBody>
                    <a:bodyPr/>
                    <a:lstStyle/>
                    <a:p>
                      <a:r>
                        <a:rPr lang="en-US" dirty="0"/>
                        <a:t>Model</a:t>
                      </a:r>
                    </a:p>
                  </a:txBody>
                  <a:tcPr/>
                </a:tc>
                <a:tc>
                  <a:txBody>
                    <a:bodyPr/>
                    <a:lstStyle/>
                    <a:p>
                      <a:r>
                        <a:rPr lang="en-US" dirty="0"/>
                        <a:t>Total</a:t>
                      </a:r>
                    </a:p>
                  </a:txBody>
                  <a:tcPr/>
                </a:tc>
                <a:tc>
                  <a:txBody>
                    <a:bodyPr/>
                    <a:lstStyle/>
                    <a:p>
                      <a:r>
                        <a:rPr lang="en-US" dirty="0" err="1"/>
                        <a:t>HomeTeam</a:t>
                      </a:r>
                      <a:endParaRPr lang="en-US" dirty="0"/>
                    </a:p>
                  </a:txBody>
                  <a:tcPr/>
                </a:tc>
                <a:tc>
                  <a:txBody>
                    <a:bodyPr/>
                    <a:lstStyle/>
                    <a:p>
                      <a:r>
                        <a:rPr lang="en-US" dirty="0" err="1"/>
                        <a:t>AwayTeam</a:t>
                      </a:r>
                      <a:endParaRPr lang="en-US" dirty="0"/>
                    </a:p>
                  </a:txBody>
                  <a:tcPr/>
                </a:tc>
                <a:tc>
                  <a:txBody>
                    <a:bodyPr/>
                    <a:lstStyle/>
                    <a:p>
                      <a:r>
                        <a:rPr lang="en-US" dirty="0"/>
                        <a:t>F-Test</a:t>
                      </a:r>
                    </a:p>
                  </a:txBody>
                  <a:tcPr/>
                </a:tc>
                <a:extLst>
                  <a:ext uri="{0D108BD9-81ED-4DB2-BD59-A6C34878D82A}">
                    <a16:rowId xmlns:a16="http://schemas.microsoft.com/office/drawing/2014/main" val="2276519626"/>
                  </a:ext>
                </a:extLst>
              </a:tr>
              <a:tr h="370046">
                <a:tc>
                  <a:txBody>
                    <a:bodyPr/>
                    <a:lstStyle/>
                    <a:p>
                      <a:r>
                        <a:rPr lang="en-US" dirty="0"/>
                        <a:t>Model 1</a:t>
                      </a:r>
                    </a:p>
                  </a:txBody>
                  <a:tcPr/>
                </a:tc>
                <a:tc>
                  <a:txBody>
                    <a:bodyPr/>
                    <a:lstStyle/>
                    <a:p>
                      <a:r>
                        <a:rPr lang="en-US" dirty="0"/>
                        <a:t>13.389***</a:t>
                      </a:r>
                    </a:p>
                  </a:txBody>
                  <a:tcPr/>
                </a:tc>
                <a:tc>
                  <a:txBody>
                    <a:bodyPr/>
                    <a:lstStyle/>
                    <a:p>
                      <a:r>
                        <a:rPr lang="en-US" dirty="0"/>
                        <a:t>NA</a:t>
                      </a:r>
                    </a:p>
                  </a:txBody>
                  <a:tcPr/>
                </a:tc>
                <a:tc>
                  <a:txBody>
                    <a:bodyPr/>
                    <a:lstStyle/>
                    <a:p>
                      <a:r>
                        <a:rPr lang="en-US" dirty="0"/>
                        <a:t>NA</a:t>
                      </a:r>
                    </a:p>
                  </a:txBody>
                  <a:tcPr/>
                </a:tc>
                <a:tc>
                  <a:txBody>
                    <a:bodyPr/>
                    <a:lstStyle/>
                    <a:p>
                      <a:r>
                        <a:rPr lang="en-US" dirty="0"/>
                        <a:t>1.4809</a:t>
                      </a:r>
                    </a:p>
                  </a:txBody>
                  <a:tcPr/>
                </a:tc>
                <a:extLst>
                  <a:ext uri="{0D108BD9-81ED-4DB2-BD59-A6C34878D82A}">
                    <a16:rowId xmlns:a16="http://schemas.microsoft.com/office/drawing/2014/main" val="1348126042"/>
                  </a:ext>
                </a:extLst>
              </a:tr>
              <a:tr h="370046">
                <a:tc>
                  <a:txBody>
                    <a:bodyPr/>
                    <a:lstStyle/>
                    <a:p>
                      <a:r>
                        <a:rPr lang="en-US" dirty="0"/>
                        <a:t>Model 2</a:t>
                      </a:r>
                    </a:p>
                  </a:txBody>
                  <a:tcPr/>
                </a:tc>
                <a:tc>
                  <a:txBody>
                    <a:bodyPr/>
                    <a:lstStyle/>
                    <a:p>
                      <a:r>
                        <a:rPr lang="en-US" dirty="0"/>
                        <a:t>11.441***</a:t>
                      </a:r>
                    </a:p>
                  </a:txBody>
                  <a:tcPr/>
                </a:tc>
                <a:tc>
                  <a:txBody>
                    <a:bodyPr/>
                    <a:lstStyle/>
                    <a:p>
                      <a:r>
                        <a:rPr lang="en-US" dirty="0"/>
                        <a:t>Image 1</a:t>
                      </a:r>
                    </a:p>
                  </a:txBody>
                  <a:tcPr/>
                </a:tc>
                <a:tc>
                  <a:txBody>
                    <a:bodyPr/>
                    <a:lstStyle/>
                    <a:p>
                      <a:r>
                        <a:rPr lang="en-US" dirty="0"/>
                        <a:t>NA</a:t>
                      </a:r>
                    </a:p>
                  </a:txBody>
                  <a:tcPr/>
                </a:tc>
                <a:tc>
                  <a:txBody>
                    <a:bodyPr/>
                    <a:lstStyle/>
                    <a:p>
                      <a:r>
                        <a:rPr lang="en-US" dirty="0"/>
                        <a:t>1.8303**</a:t>
                      </a:r>
                    </a:p>
                  </a:txBody>
                  <a:tcPr/>
                </a:tc>
                <a:extLst>
                  <a:ext uri="{0D108BD9-81ED-4DB2-BD59-A6C34878D82A}">
                    <a16:rowId xmlns:a16="http://schemas.microsoft.com/office/drawing/2014/main" val="2620498472"/>
                  </a:ext>
                </a:extLst>
              </a:tr>
              <a:tr h="370046">
                <a:tc>
                  <a:txBody>
                    <a:bodyPr/>
                    <a:lstStyle/>
                    <a:p>
                      <a:r>
                        <a:rPr lang="en-US" dirty="0"/>
                        <a:t>Model 3</a:t>
                      </a:r>
                    </a:p>
                  </a:txBody>
                  <a:tcPr/>
                </a:tc>
                <a:tc>
                  <a:txBody>
                    <a:bodyPr/>
                    <a:lstStyle/>
                    <a:p>
                      <a:r>
                        <a:rPr lang="en-US" dirty="0"/>
                        <a:t>10.054***</a:t>
                      </a:r>
                    </a:p>
                  </a:txBody>
                  <a:tcPr/>
                </a:tc>
                <a:tc>
                  <a:txBody>
                    <a:bodyPr/>
                    <a:lstStyle/>
                    <a:p>
                      <a:r>
                        <a:rPr lang="en-US" dirty="0"/>
                        <a:t>Image 2</a:t>
                      </a:r>
                    </a:p>
                  </a:txBody>
                  <a:tcPr/>
                </a:tc>
                <a:tc>
                  <a:txBody>
                    <a:bodyPr/>
                    <a:lstStyle/>
                    <a:p>
                      <a:r>
                        <a:rPr lang="en-US" dirty="0"/>
                        <a:t>Image 2</a:t>
                      </a:r>
                    </a:p>
                  </a:txBody>
                  <a:tcPr/>
                </a:tc>
                <a:tc>
                  <a:txBody>
                    <a:bodyPr/>
                    <a:lstStyle/>
                    <a:p>
                      <a:r>
                        <a:rPr lang="en-US" dirty="0"/>
                        <a:t>1.2889</a:t>
                      </a:r>
                    </a:p>
                  </a:txBody>
                  <a:tcPr/>
                </a:tc>
                <a:extLst>
                  <a:ext uri="{0D108BD9-81ED-4DB2-BD59-A6C34878D82A}">
                    <a16:rowId xmlns:a16="http://schemas.microsoft.com/office/drawing/2014/main" val="3488041647"/>
                  </a:ext>
                </a:extLst>
              </a:tr>
            </a:tbl>
          </a:graphicData>
        </a:graphic>
      </p:graphicFrame>
      <p:pic>
        <p:nvPicPr>
          <p:cNvPr id="18" name="Picture 17">
            <a:extLst>
              <a:ext uri="{FF2B5EF4-FFF2-40B4-BE49-F238E27FC236}">
                <a16:creationId xmlns:a16="http://schemas.microsoft.com/office/drawing/2014/main" id="{BD75F87D-E1A3-7EBB-A759-819859EDFD7A}"/>
              </a:ext>
            </a:extLst>
          </p:cNvPr>
          <p:cNvPicPr>
            <a:picLocks noChangeAspect="1"/>
          </p:cNvPicPr>
          <p:nvPr/>
        </p:nvPicPr>
        <p:blipFill>
          <a:blip r:embed="rId2"/>
          <a:stretch>
            <a:fillRect/>
          </a:stretch>
        </p:blipFill>
        <p:spPr>
          <a:xfrm>
            <a:off x="5536549" y="2579947"/>
            <a:ext cx="3779848" cy="3810330"/>
          </a:xfrm>
          <a:prstGeom prst="rect">
            <a:avLst/>
          </a:prstGeom>
        </p:spPr>
      </p:pic>
      <p:pic>
        <p:nvPicPr>
          <p:cNvPr id="20" name="Picture 19">
            <a:extLst>
              <a:ext uri="{FF2B5EF4-FFF2-40B4-BE49-F238E27FC236}">
                <a16:creationId xmlns:a16="http://schemas.microsoft.com/office/drawing/2014/main" id="{24DC7EB5-E2F3-938E-6B12-AAD0FA6C24A8}"/>
              </a:ext>
            </a:extLst>
          </p:cNvPr>
          <p:cNvPicPr>
            <a:picLocks noChangeAspect="1"/>
          </p:cNvPicPr>
          <p:nvPr/>
        </p:nvPicPr>
        <p:blipFill>
          <a:blip r:embed="rId3"/>
          <a:stretch>
            <a:fillRect/>
          </a:stretch>
        </p:blipFill>
        <p:spPr>
          <a:xfrm>
            <a:off x="9316397" y="886118"/>
            <a:ext cx="2696900" cy="5504159"/>
          </a:xfrm>
          <a:prstGeom prst="rect">
            <a:avLst/>
          </a:prstGeom>
        </p:spPr>
      </p:pic>
      <p:sp>
        <p:nvSpPr>
          <p:cNvPr id="21" name="TextBox 20">
            <a:extLst>
              <a:ext uri="{FF2B5EF4-FFF2-40B4-BE49-F238E27FC236}">
                <a16:creationId xmlns:a16="http://schemas.microsoft.com/office/drawing/2014/main" id="{171D9D14-BBD1-D03D-5683-241F08B974F5}"/>
              </a:ext>
            </a:extLst>
          </p:cNvPr>
          <p:cNvSpPr txBox="1"/>
          <p:nvPr/>
        </p:nvSpPr>
        <p:spPr>
          <a:xfrm>
            <a:off x="9766169" y="404091"/>
            <a:ext cx="1828800" cy="369332"/>
          </a:xfrm>
          <a:prstGeom prst="rect">
            <a:avLst/>
          </a:prstGeom>
          <a:noFill/>
        </p:spPr>
        <p:txBody>
          <a:bodyPr wrap="square" rtlCol="0">
            <a:spAutoFit/>
          </a:bodyPr>
          <a:lstStyle/>
          <a:p>
            <a:pPr algn="ctr"/>
            <a:r>
              <a:rPr lang="en-US" b="1" dirty="0"/>
              <a:t>Image 2</a:t>
            </a:r>
          </a:p>
        </p:txBody>
      </p:sp>
      <p:sp>
        <p:nvSpPr>
          <p:cNvPr id="22" name="TextBox 21">
            <a:extLst>
              <a:ext uri="{FF2B5EF4-FFF2-40B4-BE49-F238E27FC236}">
                <a16:creationId xmlns:a16="http://schemas.microsoft.com/office/drawing/2014/main" id="{EF959A11-0CBD-14BE-8398-E4B6E61AC5AA}"/>
              </a:ext>
            </a:extLst>
          </p:cNvPr>
          <p:cNvSpPr txBox="1"/>
          <p:nvPr/>
        </p:nvSpPr>
        <p:spPr>
          <a:xfrm>
            <a:off x="7051251" y="2303848"/>
            <a:ext cx="933254" cy="338554"/>
          </a:xfrm>
          <a:prstGeom prst="rect">
            <a:avLst/>
          </a:prstGeom>
          <a:noFill/>
        </p:spPr>
        <p:txBody>
          <a:bodyPr wrap="square" rtlCol="0">
            <a:spAutoFit/>
          </a:bodyPr>
          <a:lstStyle/>
          <a:p>
            <a:pPr algn="ctr"/>
            <a:r>
              <a:rPr lang="en-US" sz="1600" b="1" dirty="0"/>
              <a:t>Image 1</a:t>
            </a:r>
          </a:p>
        </p:txBody>
      </p:sp>
      <p:sp>
        <p:nvSpPr>
          <p:cNvPr id="23" name="TextBox 22">
            <a:extLst>
              <a:ext uri="{FF2B5EF4-FFF2-40B4-BE49-F238E27FC236}">
                <a16:creationId xmlns:a16="http://schemas.microsoft.com/office/drawing/2014/main" id="{BF073C2E-5BB3-03C5-9532-929497ECBCF1}"/>
              </a:ext>
            </a:extLst>
          </p:cNvPr>
          <p:cNvSpPr txBox="1"/>
          <p:nvPr/>
        </p:nvSpPr>
        <p:spPr>
          <a:xfrm>
            <a:off x="838200" y="2504302"/>
            <a:ext cx="4610493" cy="1077218"/>
          </a:xfrm>
          <a:prstGeom prst="rect">
            <a:avLst/>
          </a:prstGeom>
          <a:noFill/>
        </p:spPr>
        <p:txBody>
          <a:bodyPr wrap="square" rtlCol="0">
            <a:spAutoFit/>
          </a:bodyPr>
          <a:lstStyle/>
          <a:p>
            <a:r>
              <a:rPr lang="en-US" sz="1600" dirty="0"/>
              <a:t>Using the Vegas Line Totals and teams to predict the actual total score 3 models were created. F-Tests and ANOVA were run and Model 2 was the best predictor of the actual total</a:t>
            </a:r>
          </a:p>
        </p:txBody>
      </p:sp>
      <p:pic>
        <p:nvPicPr>
          <p:cNvPr id="25" name="Picture 24">
            <a:extLst>
              <a:ext uri="{FF2B5EF4-FFF2-40B4-BE49-F238E27FC236}">
                <a16:creationId xmlns:a16="http://schemas.microsoft.com/office/drawing/2014/main" id="{2E8DE444-8B9E-05E8-470E-F9AF3BF1C24E}"/>
              </a:ext>
            </a:extLst>
          </p:cNvPr>
          <p:cNvPicPr>
            <a:picLocks noChangeAspect="1"/>
          </p:cNvPicPr>
          <p:nvPr/>
        </p:nvPicPr>
        <p:blipFill>
          <a:blip r:embed="rId4"/>
          <a:stretch>
            <a:fillRect/>
          </a:stretch>
        </p:blipFill>
        <p:spPr>
          <a:xfrm>
            <a:off x="1127371" y="3581520"/>
            <a:ext cx="3779848" cy="3004684"/>
          </a:xfrm>
          <a:prstGeom prst="rect">
            <a:avLst/>
          </a:prstGeom>
        </p:spPr>
      </p:pic>
    </p:spTree>
    <p:extLst>
      <p:ext uri="{BB962C8B-B14F-4D97-AF65-F5344CB8AC3E}">
        <p14:creationId xmlns:p14="http://schemas.microsoft.com/office/powerpoint/2010/main" val="325623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EFDE9-127C-8A0A-9C51-44B3E19B5FBB}"/>
              </a:ext>
            </a:extLst>
          </p:cNvPr>
          <p:cNvSpPr>
            <a:spLocks noGrp="1"/>
          </p:cNvSpPr>
          <p:nvPr>
            <p:ph type="title"/>
          </p:nvPr>
        </p:nvSpPr>
        <p:spPr>
          <a:xfrm>
            <a:off x="838200" y="188323"/>
            <a:ext cx="10515600" cy="492714"/>
          </a:xfrm>
        </p:spPr>
        <p:txBody>
          <a:bodyPr>
            <a:normAutofit fontScale="90000"/>
          </a:bodyPr>
          <a:lstStyle/>
          <a:p>
            <a:r>
              <a:rPr lang="en-US" dirty="0"/>
              <a:t>Leveraging the Total</a:t>
            </a:r>
          </a:p>
        </p:txBody>
      </p:sp>
      <p:sp>
        <p:nvSpPr>
          <p:cNvPr id="3" name="Content Placeholder 2">
            <a:extLst>
              <a:ext uri="{FF2B5EF4-FFF2-40B4-BE49-F238E27FC236}">
                <a16:creationId xmlns:a16="http://schemas.microsoft.com/office/drawing/2014/main" id="{9184BC87-1B14-48D6-FBD0-B8BD099C2A25}"/>
              </a:ext>
            </a:extLst>
          </p:cNvPr>
          <p:cNvSpPr>
            <a:spLocks noGrp="1"/>
          </p:cNvSpPr>
          <p:nvPr>
            <p:ph idx="1"/>
          </p:nvPr>
        </p:nvSpPr>
        <p:spPr>
          <a:xfrm>
            <a:off x="838200" y="1099761"/>
            <a:ext cx="10515600" cy="5569916"/>
          </a:xfrm>
        </p:spPr>
        <p:txBody>
          <a:bodyPr>
            <a:normAutofit/>
          </a:bodyPr>
          <a:lstStyle/>
          <a:p>
            <a:r>
              <a:rPr lang="en-US" sz="1600" dirty="0"/>
              <a:t>Looking at the residuals from Model 2 we can assume that the totals are overpredicted at the higher end. We will examine both tails of the distribution but expect better results at the higher end</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Examining the tails, using the quartiles, we can see that the under overall isn’t profitable as it doesn’t hit above the 52.4%. Further analysis on teams could determine that certain teams hit more than others. In the lower tail it is better to bet the over with success 52.3% which is close to profitable.</a:t>
            </a:r>
          </a:p>
        </p:txBody>
      </p:sp>
      <p:pic>
        <p:nvPicPr>
          <p:cNvPr id="5" name="Picture 4">
            <a:extLst>
              <a:ext uri="{FF2B5EF4-FFF2-40B4-BE49-F238E27FC236}">
                <a16:creationId xmlns:a16="http://schemas.microsoft.com/office/drawing/2014/main" id="{831E03C9-B636-7444-634B-8EA944218978}"/>
              </a:ext>
            </a:extLst>
          </p:cNvPr>
          <p:cNvPicPr>
            <a:picLocks noChangeAspect="1"/>
          </p:cNvPicPr>
          <p:nvPr/>
        </p:nvPicPr>
        <p:blipFill>
          <a:blip r:embed="rId2"/>
          <a:stretch>
            <a:fillRect/>
          </a:stretch>
        </p:blipFill>
        <p:spPr>
          <a:xfrm>
            <a:off x="3179167" y="1781195"/>
            <a:ext cx="5158031" cy="1109254"/>
          </a:xfrm>
          <a:prstGeom prst="rect">
            <a:avLst/>
          </a:prstGeom>
        </p:spPr>
      </p:pic>
      <p:graphicFrame>
        <p:nvGraphicFramePr>
          <p:cNvPr id="7" name="Table 6">
            <a:extLst>
              <a:ext uri="{FF2B5EF4-FFF2-40B4-BE49-F238E27FC236}">
                <a16:creationId xmlns:a16="http://schemas.microsoft.com/office/drawing/2014/main" id="{F47524A4-6450-971E-100E-2C422C3F0156}"/>
              </a:ext>
            </a:extLst>
          </p:cNvPr>
          <p:cNvGraphicFramePr>
            <a:graphicFrameLocks noGrp="1"/>
          </p:cNvGraphicFramePr>
          <p:nvPr>
            <p:extLst>
              <p:ext uri="{D42A27DB-BD31-4B8C-83A1-F6EECF244321}">
                <p14:modId xmlns:p14="http://schemas.microsoft.com/office/powerpoint/2010/main" val="2435457501"/>
              </p:ext>
            </p:extLst>
          </p:nvPr>
        </p:nvGraphicFramePr>
        <p:xfrm>
          <a:off x="838200" y="4038383"/>
          <a:ext cx="10515600" cy="1483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089121676"/>
                    </a:ext>
                  </a:extLst>
                </a:gridCol>
                <a:gridCol w="2103120">
                  <a:extLst>
                    <a:ext uri="{9D8B030D-6E8A-4147-A177-3AD203B41FA5}">
                      <a16:colId xmlns:a16="http://schemas.microsoft.com/office/drawing/2014/main" val="1887809968"/>
                    </a:ext>
                  </a:extLst>
                </a:gridCol>
                <a:gridCol w="2103120">
                  <a:extLst>
                    <a:ext uri="{9D8B030D-6E8A-4147-A177-3AD203B41FA5}">
                      <a16:colId xmlns:a16="http://schemas.microsoft.com/office/drawing/2014/main" val="1512505718"/>
                    </a:ext>
                  </a:extLst>
                </a:gridCol>
                <a:gridCol w="2103120">
                  <a:extLst>
                    <a:ext uri="{9D8B030D-6E8A-4147-A177-3AD203B41FA5}">
                      <a16:colId xmlns:a16="http://schemas.microsoft.com/office/drawing/2014/main" val="926707232"/>
                    </a:ext>
                  </a:extLst>
                </a:gridCol>
                <a:gridCol w="2103120">
                  <a:extLst>
                    <a:ext uri="{9D8B030D-6E8A-4147-A177-3AD203B41FA5}">
                      <a16:colId xmlns:a16="http://schemas.microsoft.com/office/drawing/2014/main" val="308355440"/>
                    </a:ext>
                  </a:extLst>
                </a:gridCol>
              </a:tblGrid>
              <a:tr h="370840">
                <a:tc>
                  <a:txBody>
                    <a:bodyPr/>
                    <a:lstStyle/>
                    <a:p>
                      <a:r>
                        <a:rPr lang="en-US" dirty="0"/>
                        <a:t>Data Selection</a:t>
                      </a:r>
                    </a:p>
                  </a:txBody>
                  <a:tcPr/>
                </a:tc>
                <a:tc>
                  <a:txBody>
                    <a:bodyPr/>
                    <a:lstStyle/>
                    <a:p>
                      <a:r>
                        <a:rPr lang="en-US" dirty="0"/>
                        <a:t>Over</a:t>
                      </a:r>
                    </a:p>
                  </a:txBody>
                  <a:tcPr/>
                </a:tc>
                <a:tc>
                  <a:txBody>
                    <a:bodyPr/>
                    <a:lstStyle/>
                    <a:p>
                      <a:r>
                        <a:rPr lang="en-US" dirty="0"/>
                        <a:t>Under</a:t>
                      </a:r>
                    </a:p>
                  </a:txBody>
                  <a:tcPr/>
                </a:tc>
                <a:tc>
                  <a:txBody>
                    <a:bodyPr/>
                    <a:lstStyle/>
                    <a:p>
                      <a:r>
                        <a:rPr lang="en-US" dirty="0"/>
                        <a:t>Push</a:t>
                      </a:r>
                    </a:p>
                  </a:txBody>
                  <a:tcPr/>
                </a:tc>
                <a:tc>
                  <a:txBody>
                    <a:bodyPr/>
                    <a:lstStyle/>
                    <a:p>
                      <a:r>
                        <a:rPr lang="en-US" dirty="0"/>
                        <a:t>Percent Under</a:t>
                      </a:r>
                    </a:p>
                  </a:txBody>
                  <a:tcPr/>
                </a:tc>
                <a:extLst>
                  <a:ext uri="{0D108BD9-81ED-4DB2-BD59-A6C34878D82A}">
                    <a16:rowId xmlns:a16="http://schemas.microsoft.com/office/drawing/2014/main" val="1549267957"/>
                  </a:ext>
                </a:extLst>
              </a:tr>
              <a:tr h="370840">
                <a:tc>
                  <a:txBody>
                    <a:bodyPr/>
                    <a:lstStyle/>
                    <a:p>
                      <a:r>
                        <a:rPr lang="en-US" dirty="0"/>
                        <a:t>Entire</a:t>
                      </a:r>
                    </a:p>
                  </a:txBody>
                  <a:tcPr/>
                </a:tc>
                <a:tc>
                  <a:txBody>
                    <a:bodyPr/>
                    <a:lstStyle/>
                    <a:p>
                      <a:r>
                        <a:rPr lang="en-US" dirty="0"/>
                        <a:t>597</a:t>
                      </a:r>
                    </a:p>
                  </a:txBody>
                  <a:tcPr/>
                </a:tc>
                <a:tc>
                  <a:txBody>
                    <a:bodyPr/>
                    <a:lstStyle/>
                    <a:p>
                      <a:r>
                        <a:rPr lang="en-US" dirty="0"/>
                        <a:t>656</a:t>
                      </a:r>
                    </a:p>
                  </a:txBody>
                  <a:tcPr/>
                </a:tc>
                <a:tc>
                  <a:txBody>
                    <a:bodyPr/>
                    <a:lstStyle/>
                    <a:p>
                      <a:r>
                        <a:rPr lang="en-US" dirty="0"/>
                        <a:t>16</a:t>
                      </a:r>
                    </a:p>
                  </a:txBody>
                  <a:tcPr/>
                </a:tc>
                <a:tc>
                  <a:txBody>
                    <a:bodyPr/>
                    <a:lstStyle/>
                    <a:p>
                      <a:r>
                        <a:rPr lang="en-US" dirty="0"/>
                        <a:t>51.7%</a:t>
                      </a:r>
                    </a:p>
                  </a:txBody>
                  <a:tcPr/>
                </a:tc>
                <a:extLst>
                  <a:ext uri="{0D108BD9-81ED-4DB2-BD59-A6C34878D82A}">
                    <a16:rowId xmlns:a16="http://schemas.microsoft.com/office/drawing/2014/main" val="2938454490"/>
                  </a:ext>
                </a:extLst>
              </a:tr>
              <a:tr h="370840">
                <a:tc>
                  <a:txBody>
                    <a:bodyPr/>
                    <a:lstStyle/>
                    <a:p>
                      <a:r>
                        <a:rPr lang="en-US" dirty="0"/>
                        <a:t>Lower Tail (&lt;41)</a:t>
                      </a:r>
                    </a:p>
                  </a:txBody>
                  <a:tcPr/>
                </a:tc>
                <a:tc>
                  <a:txBody>
                    <a:bodyPr/>
                    <a:lstStyle/>
                    <a:p>
                      <a:r>
                        <a:rPr lang="en-US" dirty="0"/>
                        <a:t>154</a:t>
                      </a:r>
                    </a:p>
                  </a:txBody>
                  <a:tcPr/>
                </a:tc>
                <a:tc>
                  <a:txBody>
                    <a:bodyPr/>
                    <a:lstStyle/>
                    <a:p>
                      <a:r>
                        <a:rPr lang="en-US" dirty="0"/>
                        <a:t>144</a:t>
                      </a:r>
                    </a:p>
                  </a:txBody>
                  <a:tcPr/>
                </a:tc>
                <a:tc>
                  <a:txBody>
                    <a:bodyPr/>
                    <a:lstStyle/>
                    <a:p>
                      <a:r>
                        <a:rPr lang="en-US" dirty="0"/>
                        <a:t>4</a:t>
                      </a:r>
                    </a:p>
                  </a:txBody>
                  <a:tcPr/>
                </a:tc>
                <a:tc>
                  <a:txBody>
                    <a:bodyPr/>
                    <a:lstStyle/>
                    <a:p>
                      <a:r>
                        <a:rPr lang="en-US" dirty="0"/>
                        <a:t>47.7</a:t>
                      </a:r>
                    </a:p>
                  </a:txBody>
                  <a:tcPr/>
                </a:tc>
                <a:extLst>
                  <a:ext uri="{0D108BD9-81ED-4DB2-BD59-A6C34878D82A}">
                    <a16:rowId xmlns:a16="http://schemas.microsoft.com/office/drawing/2014/main" val="408964133"/>
                  </a:ext>
                </a:extLst>
              </a:tr>
              <a:tr h="370840">
                <a:tc>
                  <a:txBody>
                    <a:bodyPr/>
                    <a:lstStyle/>
                    <a:p>
                      <a:r>
                        <a:rPr lang="en-US" dirty="0"/>
                        <a:t>Upper Tail (&gt;48)</a:t>
                      </a:r>
                    </a:p>
                  </a:txBody>
                  <a:tcPr/>
                </a:tc>
                <a:tc>
                  <a:txBody>
                    <a:bodyPr/>
                    <a:lstStyle/>
                    <a:p>
                      <a:r>
                        <a:rPr lang="en-US" dirty="0"/>
                        <a:t>140</a:t>
                      </a:r>
                    </a:p>
                  </a:txBody>
                  <a:tcPr/>
                </a:tc>
                <a:tc>
                  <a:txBody>
                    <a:bodyPr/>
                    <a:lstStyle/>
                    <a:p>
                      <a:r>
                        <a:rPr lang="en-US" dirty="0"/>
                        <a:t>157</a:t>
                      </a:r>
                    </a:p>
                  </a:txBody>
                  <a:tcPr/>
                </a:tc>
                <a:tc>
                  <a:txBody>
                    <a:bodyPr/>
                    <a:lstStyle/>
                    <a:p>
                      <a:r>
                        <a:rPr lang="en-US" dirty="0"/>
                        <a:t>6</a:t>
                      </a:r>
                    </a:p>
                  </a:txBody>
                  <a:tcPr/>
                </a:tc>
                <a:tc>
                  <a:txBody>
                    <a:bodyPr/>
                    <a:lstStyle/>
                    <a:p>
                      <a:r>
                        <a:rPr lang="en-US" dirty="0"/>
                        <a:t>51.8%</a:t>
                      </a:r>
                    </a:p>
                  </a:txBody>
                  <a:tcPr/>
                </a:tc>
                <a:extLst>
                  <a:ext uri="{0D108BD9-81ED-4DB2-BD59-A6C34878D82A}">
                    <a16:rowId xmlns:a16="http://schemas.microsoft.com/office/drawing/2014/main" val="1337716137"/>
                  </a:ext>
                </a:extLst>
              </a:tr>
            </a:tbl>
          </a:graphicData>
        </a:graphic>
      </p:graphicFrame>
      <p:pic>
        <p:nvPicPr>
          <p:cNvPr id="9" name="Picture 8">
            <a:extLst>
              <a:ext uri="{FF2B5EF4-FFF2-40B4-BE49-F238E27FC236}">
                <a16:creationId xmlns:a16="http://schemas.microsoft.com/office/drawing/2014/main" id="{DE295594-CB67-CDD0-4CAC-F851039AF4FD}"/>
              </a:ext>
            </a:extLst>
          </p:cNvPr>
          <p:cNvPicPr>
            <a:picLocks noChangeAspect="1"/>
          </p:cNvPicPr>
          <p:nvPr/>
        </p:nvPicPr>
        <p:blipFill>
          <a:blip r:embed="rId3"/>
          <a:stretch>
            <a:fillRect/>
          </a:stretch>
        </p:blipFill>
        <p:spPr>
          <a:xfrm>
            <a:off x="3516982" y="3036986"/>
            <a:ext cx="4482400" cy="544374"/>
          </a:xfrm>
          <a:prstGeom prst="rect">
            <a:avLst/>
          </a:prstGeom>
        </p:spPr>
      </p:pic>
      <p:sp>
        <p:nvSpPr>
          <p:cNvPr id="10" name="TextBox 9">
            <a:extLst>
              <a:ext uri="{FF2B5EF4-FFF2-40B4-BE49-F238E27FC236}">
                <a16:creationId xmlns:a16="http://schemas.microsoft.com/office/drawing/2014/main" id="{A4F00F34-0BEA-9BAD-331A-B9C428CA24BD}"/>
              </a:ext>
            </a:extLst>
          </p:cNvPr>
          <p:cNvSpPr txBox="1"/>
          <p:nvPr/>
        </p:nvSpPr>
        <p:spPr>
          <a:xfrm>
            <a:off x="1622194" y="3139896"/>
            <a:ext cx="1894788" cy="338554"/>
          </a:xfrm>
          <a:prstGeom prst="rect">
            <a:avLst/>
          </a:prstGeom>
          <a:noFill/>
        </p:spPr>
        <p:txBody>
          <a:bodyPr wrap="square" rtlCol="0">
            <a:spAutoFit/>
          </a:bodyPr>
          <a:lstStyle/>
          <a:p>
            <a:r>
              <a:rPr lang="en-US" sz="1600" dirty="0"/>
              <a:t>Summary of Total</a:t>
            </a:r>
          </a:p>
        </p:txBody>
      </p:sp>
    </p:spTree>
    <p:extLst>
      <p:ext uri="{BB962C8B-B14F-4D97-AF65-F5344CB8AC3E}">
        <p14:creationId xmlns:p14="http://schemas.microsoft.com/office/powerpoint/2010/main" val="253875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Freeform: Shape 35">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Freeform: Shape 36">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7AC985-DBDF-C406-9E45-3A412D92FC99}"/>
              </a:ext>
            </a:extLst>
          </p:cNvPr>
          <p:cNvSpPr>
            <a:spLocks noGrp="1"/>
          </p:cNvSpPr>
          <p:nvPr>
            <p:ph type="title"/>
          </p:nvPr>
        </p:nvSpPr>
        <p:spPr>
          <a:xfrm>
            <a:off x="438913" y="859536"/>
            <a:ext cx="4832802" cy="1170432"/>
          </a:xfrm>
        </p:spPr>
        <p:txBody>
          <a:bodyPr vert="horz" lIns="91440" tIns="45720" rIns="91440" bIns="45720" rtlCol="0" anchor="b">
            <a:normAutofit/>
          </a:bodyPr>
          <a:lstStyle/>
          <a:p>
            <a:r>
              <a:rPr lang="en-US" sz="3400"/>
              <a:t>NFL Spread Efficiency for Home Favorites</a:t>
            </a:r>
          </a:p>
        </p:txBody>
      </p:sp>
      <p:sp>
        <p:nvSpPr>
          <p:cNvPr id="38" name="Rectangle 37">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 name="Rectangle 3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835C695-7C13-EC3A-6C94-6434A5710218}"/>
              </a:ext>
            </a:extLst>
          </p:cNvPr>
          <p:cNvSpPr>
            <a:spLocks noGrp="1"/>
          </p:cNvSpPr>
          <p:nvPr>
            <p:ph sz="half" idx="1"/>
          </p:nvPr>
        </p:nvSpPr>
        <p:spPr>
          <a:xfrm>
            <a:off x="438912" y="2512611"/>
            <a:ext cx="4832803" cy="3664351"/>
          </a:xfrm>
        </p:spPr>
        <p:txBody>
          <a:bodyPr vert="horz" lIns="91440" tIns="45720" rIns="91440" bIns="45720" rtlCol="0">
            <a:normAutofit/>
          </a:bodyPr>
          <a:lstStyle/>
          <a:p>
            <a:r>
              <a:rPr lang="en-US" sz="1800"/>
              <a:t>The regression model shows that the Home Favorite Spread is significant</a:t>
            </a:r>
          </a:p>
          <a:p>
            <a:r>
              <a:rPr lang="en-US" sz="1800"/>
              <a:t>A 1-point increase in the spread is associated with a 1.34 increase in margin of victory</a:t>
            </a:r>
          </a:p>
          <a:p>
            <a:r>
              <a:rPr lang="en-US" sz="1800"/>
              <a:t>However, the model only explains 12.5% of the variance</a:t>
            </a:r>
          </a:p>
          <a:p>
            <a:r>
              <a:rPr lang="en-US" sz="1800"/>
              <a:t>The linear hypothesis test rejects null hypothesis, indicating market may be slightly inefficient</a:t>
            </a:r>
          </a:p>
          <a:p>
            <a:endParaRPr lang="en-US" sz="1800"/>
          </a:p>
        </p:txBody>
      </p:sp>
      <p:pic>
        <p:nvPicPr>
          <p:cNvPr id="5" name="Content Placeholder 4" descr="A screenshot of a computer code&#10;&#10;AI-generated content may be incorrect.">
            <a:extLst>
              <a:ext uri="{FF2B5EF4-FFF2-40B4-BE49-F238E27FC236}">
                <a16:creationId xmlns:a16="http://schemas.microsoft.com/office/drawing/2014/main" id="{ED53667F-E5EC-C306-F8F1-A11B00A0D2A9}"/>
              </a:ext>
            </a:extLst>
          </p:cNvPr>
          <p:cNvPicPr>
            <a:picLocks noGrp="1" noChangeAspect="1"/>
          </p:cNvPicPr>
          <p:nvPr>
            <p:ph sz="half" idx="2"/>
          </p:nvPr>
        </p:nvPicPr>
        <p:blipFill>
          <a:blip r:embed="rId2"/>
          <a:stretch>
            <a:fillRect/>
          </a:stretch>
        </p:blipFill>
        <p:spPr>
          <a:xfrm>
            <a:off x="6112257" y="686964"/>
            <a:ext cx="5646927" cy="2592211"/>
          </a:xfrm>
          <a:prstGeom prst="rect">
            <a:avLst/>
          </a:prstGeom>
        </p:spPr>
      </p:pic>
      <p:pic>
        <p:nvPicPr>
          <p:cNvPr id="6" name="Picture 5" descr="A screenshot of a computer code&#10;&#10;AI-generated content may be incorrect.">
            <a:extLst>
              <a:ext uri="{FF2B5EF4-FFF2-40B4-BE49-F238E27FC236}">
                <a16:creationId xmlns:a16="http://schemas.microsoft.com/office/drawing/2014/main" id="{4B9EF006-5AEF-E9C3-5760-6F38E30D3E43}"/>
              </a:ext>
            </a:extLst>
          </p:cNvPr>
          <p:cNvPicPr>
            <a:picLocks noChangeAspect="1"/>
          </p:cNvPicPr>
          <p:nvPr/>
        </p:nvPicPr>
        <p:blipFill>
          <a:blip r:embed="rId3"/>
          <a:stretch>
            <a:fillRect/>
          </a:stretch>
        </p:blipFill>
        <p:spPr>
          <a:xfrm>
            <a:off x="6112257" y="3830627"/>
            <a:ext cx="5646927" cy="2105598"/>
          </a:xfrm>
          <a:prstGeom prst="rect">
            <a:avLst/>
          </a:prstGeom>
        </p:spPr>
      </p:pic>
    </p:spTree>
    <p:extLst>
      <p:ext uri="{BB962C8B-B14F-4D97-AF65-F5344CB8AC3E}">
        <p14:creationId xmlns:p14="http://schemas.microsoft.com/office/powerpoint/2010/main" val="3239492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767B45-0BEC-0DFD-98AF-DDC6DAB7A838}"/>
              </a:ext>
            </a:extLst>
          </p:cNvPr>
          <p:cNvSpPr>
            <a:spLocks noGrp="1"/>
          </p:cNvSpPr>
          <p:nvPr>
            <p:ph type="title"/>
          </p:nvPr>
        </p:nvSpPr>
        <p:spPr>
          <a:xfrm>
            <a:off x="411480" y="987552"/>
            <a:ext cx="4485861" cy="1088136"/>
          </a:xfrm>
        </p:spPr>
        <p:txBody>
          <a:bodyPr vert="horz" lIns="91440" tIns="45720" rIns="91440" bIns="45720" rtlCol="0" anchor="b">
            <a:normAutofit/>
          </a:bodyPr>
          <a:lstStyle/>
          <a:p>
            <a:r>
              <a:rPr lang="en-US" sz="3400"/>
              <a:t>Visualizing Home Favorites Vs. Spread</a:t>
            </a:r>
          </a:p>
        </p:txBody>
      </p:sp>
      <p:sp>
        <p:nvSpPr>
          <p:cNvPr id="34" name="Rectangle 33">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B07EAC6-A749-18B5-8833-19AB48136AFF}"/>
              </a:ext>
            </a:extLst>
          </p:cNvPr>
          <p:cNvSpPr>
            <a:spLocks noGrp="1"/>
          </p:cNvSpPr>
          <p:nvPr>
            <p:ph sz="half" idx="1"/>
          </p:nvPr>
        </p:nvSpPr>
        <p:spPr>
          <a:xfrm>
            <a:off x="411479" y="2688336"/>
            <a:ext cx="4498848" cy="3584448"/>
          </a:xfrm>
        </p:spPr>
        <p:txBody>
          <a:bodyPr vert="horz" lIns="91440" tIns="45720" rIns="91440" bIns="45720" rtlCol="0" anchor="t">
            <a:normAutofit/>
          </a:bodyPr>
          <a:lstStyle/>
          <a:p>
            <a:r>
              <a:rPr lang="en-US" sz="1800"/>
              <a:t>Spread is a significant predictor of the outcome</a:t>
            </a:r>
          </a:p>
          <a:p>
            <a:r>
              <a:rPr lang="en-US" sz="1800"/>
              <a:t>Home Favorites tend to outperform spread predictions on average</a:t>
            </a:r>
          </a:p>
          <a:p>
            <a:r>
              <a:rPr lang="en-US" sz="1800"/>
              <a:t>The betting market slightly underestimates how much home favorites win by, particularly in games with larger predicted spreads.</a:t>
            </a:r>
          </a:p>
          <a:p>
            <a:endParaRPr lang="en-US" sz="1800"/>
          </a:p>
        </p:txBody>
      </p:sp>
      <p:pic>
        <p:nvPicPr>
          <p:cNvPr id="8" name="Content Placeholder 7" descr="A graph with a line going up&#10;&#10;AI-generated content may be incorrect.">
            <a:extLst>
              <a:ext uri="{FF2B5EF4-FFF2-40B4-BE49-F238E27FC236}">
                <a16:creationId xmlns:a16="http://schemas.microsoft.com/office/drawing/2014/main" id="{9A5A647E-8135-8EEE-589B-99EB34405909}"/>
              </a:ext>
            </a:extLst>
          </p:cNvPr>
          <p:cNvPicPr>
            <a:picLocks noGrp="1" noChangeAspect="1"/>
          </p:cNvPicPr>
          <p:nvPr>
            <p:ph sz="half" idx="2"/>
          </p:nvPr>
        </p:nvPicPr>
        <p:blipFill>
          <a:blip r:embed="rId2"/>
          <a:stretch>
            <a:fillRect/>
          </a:stretch>
        </p:blipFill>
        <p:spPr>
          <a:xfrm>
            <a:off x="4903481" y="341031"/>
            <a:ext cx="6989918" cy="6166985"/>
          </a:xfrm>
        </p:spPr>
      </p:pic>
    </p:spTree>
    <p:extLst>
      <p:ext uri="{BB962C8B-B14F-4D97-AF65-F5344CB8AC3E}">
        <p14:creationId xmlns:p14="http://schemas.microsoft.com/office/powerpoint/2010/main" val="1523197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522F5-10AD-DEAC-09D7-F591EAD48FBF}"/>
              </a:ext>
            </a:extLst>
          </p:cNvPr>
          <p:cNvSpPr>
            <a:spLocks noGrp="1"/>
          </p:cNvSpPr>
          <p:nvPr>
            <p:ph type="title"/>
          </p:nvPr>
        </p:nvSpPr>
        <p:spPr>
          <a:xfrm>
            <a:off x="838200" y="365125"/>
            <a:ext cx="10515600" cy="1048473"/>
          </a:xfrm>
        </p:spPr>
        <p:txBody>
          <a:bodyPr>
            <a:normAutofit/>
          </a:bodyPr>
          <a:lstStyle/>
          <a:p>
            <a:r>
              <a:rPr lang="en-US" dirty="0">
                <a:ea typeface="Calibri Light"/>
                <a:cs typeface="Calibri Light"/>
              </a:rPr>
              <a:t>Chi-squared Test  &amp; </a:t>
            </a:r>
            <a:r>
              <a:rPr lang="en-US" sz="4000" dirty="0">
                <a:ea typeface="Calibri Light"/>
                <a:cs typeface="Calibri Light"/>
              </a:rPr>
              <a:t>Point Spread Visualization </a:t>
            </a:r>
            <a:endParaRPr lang="en-US" dirty="0"/>
          </a:p>
        </p:txBody>
      </p:sp>
      <p:pic>
        <p:nvPicPr>
          <p:cNvPr id="3" name="Picture 2">
            <a:extLst>
              <a:ext uri="{FF2B5EF4-FFF2-40B4-BE49-F238E27FC236}">
                <a16:creationId xmlns:a16="http://schemas.microsoft.com/office/drawing/2014/main" id="{559E3761-0361-D391-88C0-41DFD908199A}"/>
              </a:ext>
            </a:extLst>
          </p:cNvPr>
          <p:cNvPicPr>
            <a:picLocks noChangeAspect="1"/>
          </p:cNvPicPr>
          <p:nvPr/>
        </p:nvPicPr>
        <p:blipFill>
          <a:blip r:embed="rId2"/>
          <a:stretch>
            <a:fillRect/>
          </a:stretch>
        </p:blipFill>
        <p:spPr>
          <a:xfrm>
            <a:off x="4499119" y="1939204"/>
            <a:ext cx="6853671" cy="4145685"/>
          </a:xfrm>
          <a:prstGeom prst="rect">
            <a:avLst/>
          </a:prstGeom>
        </p:spPr>
      </p:pic>
      <p:pic>
        <p:nvPicPr>
          <p:cNvPr id="4" name="Picture 3" descr="A math equation with black text&#10;&#10;AI-generated content may be incorrect.">
            <a:extLst>
              <a:ext uri="{FF2B5EF4-FFF2-40B4-BE49-F238E27FC236}">
                <a16:creationId xmlns:a16="http://schemas.microsoft.com/office/drawing/2014/main" id="{628DD660-5608-7B8E-299C-9518F2BC2E00}"/>
              </a:ext>
            </a:extLst>
          </p:cNvPr>
          <p:cNvPicPr>
            <a:picLocks noChangeAspect="1"/>
          </p:cNvPicPr>
          <p:nvPr/>
        </p:nvPicPr>
        <p:blipFill>
          <a:blip r:embed="rId3"/>
          <a:srcRect l="-402" t="1449" r="110"/>
          <a:stretch/>
        </p:blipFill>
        <p:spPr>
          <a:xfrm>
            <a:off x="257609" y="4915623"/>
            <a:ext cx="4229982" cy="1171663"/>
          </a:xfrm>
          <a:prstGeom prst="rect">
            <a:avLst/>
          </a:prstGeom>
        </p:spPr>
      </p:pic>
      <p:sp>
        <p:nvSpPr>
          <p:cNvPr id="5" name="TextBox 4">
            <a:extLst>
              <a:ext uri="{FF2B5EF4-FFF2-40B4-BE49-F238E27FC236}">
                <a16:creationId xmlns:a16="http://schemas.microsoft.com/office/drawing/2014/main" id="{8BC7FF4E-F6C4-B75F-B016-C101FECFA732}"/>
              </a:ext>
            </a:extLst>
          </p:cNvPr>
          <p:cNvSpPr txBox="1"/>
          <p:nvPr/>
        </p:nvSpPr>
        <p:spPr>
          <a:xfrm>
            <a:off x="704271" y="1720272"/>
            <a:ext cx="355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 chi-squared test is a statistical technique used to evaluate whether there is a significant association between categorical variables.    Given the high X-squared value and the extremely low p-value, we reject the null hypothesis, concluding there is a significant association within the contingency table's data.</a:t>
            </a:r>
            <a:endParaRPr lang="en-US"/>
          </a:p>
        </p:txBody>
      </p:sp>
    </p:spTree>
    <p:extLst>
      <p:ext uri="{BB962C8B-B14F-4D97-AF65-F5344CB8AC3E}">
        <p14:creationId xmlns:p14="http://schemas.microsoft.com/office/powerpoint/2010/main" val="445580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B790E-6276-0671-065B-D179E6D296EB}"/>
              </a:ext>
            </a:extLst>
          </p:cNvPr>
          <p:cNvSpPr>
            <a:spLocks noGrp="1"/>
          </p:cNvSpPr>
          <p:nvPr>
            <p:ph type="title"/>
          </p:nvPr>
        </p:nvSpPr>
        <p:spPr>
          <a:xfrm>
            <a:off x="876693" y="268"/>
            <a:ext cx="5500810" cy="781135"/>
          </a:xfrm>
        </p:spPr>
        <p:txBody>
          <a:bodyPr anchor="b">
            <a:normAutofit/>
          </a:bodyPr>
          <a:lstStyle/>
          <a:p>
            <a:r>
              <a:rPr lang="en-US" sz="3200" b="1" dirty="0">
                <a:ea typeface="Calibri Light"/>
                <a:cs typeface="Calibri Light"/>
              </a:rPr>
              <a:t>Teams vs O/U</a:t>
            </a:r>
            <a:endParaRPr lang="en-US" sz="3200" dirty="0"/>
          </a:p>
        </p:txBody>
      </p:sp>
      <p:sp>
        <p:nvSpPr>
          <p:cNvPr id="46" name="Content Placeholder 30">
            <a:extLst>
              <a:ext uri="{FF2B5EF4-FFF2-40B4-BE49-F238E27FC236}">
                <a16:creationId xmlns:a16="http://schemas.microsoft.com/office/drawing/2014/main" id="{1039D414-EDD1-CC50-087D-4FE3B280BB83}"/>
              </a:ext>
            </a:extLst>
          </p:cNvPr>
          <p:cNvSpPr>
            <a:spLocks noGrp="1"/>
          </p:cNvSpPr>
          <p:nvPr>
            <p:ph idx="1"/>
          </p:nvPr>
        </p:nvSpPr>
        <p:spPr>
          <a:xfrm>
            <a:off x="1" y="1722330"/>
            <a:ext cx="4870982" cy="3276350"/>
          </a:xfrm>
        </p:spPr>
        <p:txBody>
          <a:bodyPr vert="horz" lIns="91440" tIns="45720" rIns="91440" bIns="45720" rtlCol="0" anchor="t">
            <a:noAutofit/>
          </a:bodyPr>
          <a:lstStyle/>
          <a:p>
            <a:r>
              <a:rPr lang="en-US" sz="1850" dirty="0">
                <a:ea typeface="+mn-lt"/>
                <a:cs typeface="+mn-lt"/>
              </a:rPr>
              <a:t>Teams that hit the over more often typically play in high scoring games, either due to strong offenses or weaker defenses, leading to higher than expected point totals. These teams like the Lions, Dallas, and Philadelphia are more likely to have fast paced games where points accumulate quickly. As a Lions fan, I can attest to this. We see teams like the giants, panthers, and even the chiefs as teams that hit the under more often. This may have a more controlled or defensive style of play, or weaker teams often resulting in lower scoring games that stay under the total set by oddsmakers. </a:t>
            </a:r>
          </a:p>
        </p:txBody>
      </p:sp>
      <p:grpSp>
        <p:nvGrpSpPr>
          <p:cNvPr id="47" name="Group 46">
            <a:extLst>
              <a:ext uri="{FF2B5EF4-FFF2-40B4-BE49-F238E27FC236}">
                <a16:creationId xmlns:a16="http://schemas.microsoft.com/office/drawing/2014/main" id="{9E2F459E-8EB3-985C-3049-33F6B920DE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35" name="Rectangle 34">
              <a:extLst>
                <a:ext uri="{FF2B5EF4-FFF2-40B4-BE49-F238E27FC236}">
                  <a16:creationId xmlns:a16="http://schemas.microsoft.com/office/drawing/2014/main" id="{A71AB682-1CAC-7672-C637-B014B86EBC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193956D-B33D-633F-BDBE-3353AA946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Picture 27" descr="A graph of different teams&#10;&#10;AI-generated content may be incorrect.">
            <a:extLst>
              <a:ext uri="{FF2B5EF4-FFF2-40B4-BE49-F238E27FC236}">
                <a16:creationId xmlns:a16="http://schemas.microsoft.com/office/drawing/2014/main" id="{E48C2017-AFAF-9866-146D-B03F38FCF203}"/>
              </a:ext>
            </a:extLst>
          </p:cNvPr>
          <p:cNvPicPr>
            <a:picLocks noChangeAspect="1"/>
          </p:cNvPicPr>
          <p:nvPr/>
        </p:nvPicPr>
        <p:blipFill>
          <a:blip r:embed="rId2"/>
          <a:stretch>
            <a:fillRect/>
          </a:stretch>
        </p:blipFill>
        <p:spPr>
          <a:xfrm>
            <a:off x="4870982" y="903460"/>
            <a:ext cx="7197656" cy="4914090"/>
          </a:xfrm>
          <a:prstGeom prst="rect">
            <a:avLst/>
          </a:prstGeom>
        </p:spPr>
      </p:pic>
    </p:spTree>
    <p:extLst>
      <p:ext uri="{BB962C8B-B14F-4D97-AF65-F5344CB8AC3E}">
        <p14:creationId xmlns:p14="http://schemas.microsoft.com/office/powerpoint/2010/main" val="220471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E5D9-3A2A-0E07-1A1C-2D1B4B0564F1}"/>
              </a:ext>
            </a:extLst>
          </p:cNvPr>
          <p:cNvSpPr>
            <a:spLocks noGrp="1"/>
          </p:cNvSpPr>
          <p:nvPr>
            <p:ph type="title"/>
          </p:nvPr>
        </p:nvSpPr>
        <p:spPr>
          <a:xfrm>
            <a:off x="839788" y="457200"/>
            <a:ext cx="4165966" cy="820615"/>
          </a:xfrm>
        </p:spPr>
        <p:txBody>
          <a:bodyPr>
            <a:normAutofit/>
          </a:bodyPr>
          <a:lstStyle/>
          <a:p>
            <a:r>
              <a:rPr lang="en-US" sz="3600" dirty="0"/>
              <a:t>Teams vs Spread</a:t>
            </a:r>
          </a:p>
        </p:txBody>
      </p:sp>
      <p:sp>
        <p:nvSpPr>
          <p:cNvPr id="3" name="Content Placeholder 2">
            <a:extLst>
              <a:ext uri="{FF2B5EF4-FFF2-40B4-BE49-F238E27FC236}">
                <a16:creationId xmlns:a16="http://schemas.microsoft.com/office/drawing/2014/main" id="{8B4C3507-0F1C-A051-640E-E861FCF1AA1D}"/>
              </a:ext>
            </a:extLst>
          </p:cNvPr>
          <p:cNvSpPr>
            <a:spLocks noGrp="1"/>
          </p:cNvSpPr>
          <p:nvPr>
            <p:ph type="body" sz="half" idx="2"/>
          </p:nvPr>
        </p:nvSpPr>
        <p:spPr>
          <a:xfrm>
            <a:off x="440750" y="1723292"/>
            <a:ext cx="3932237" cy="4122250"/>
          </a:xfrm>
        </p:spPr>
        <p:txBody>
          <a:bodyPr>
            <a:normAutofit fontScale="70000" lnSpcReduction="20000"/>
          </a:bodyPr>
          <a:lstStyle/>
          <a:p>
            <a:r>
              <a:rPr lang="en-US" sz="2800" dirty="0">
                <a:ea typeface="+mn-lt"/>
                <a:cs typeface="+mn-lt"/>
              </a:rPr>
              <a:t>In this visual, teams that cover the spread like Miami, Vegas, and Green Bay more often tend to outperform expectations, consistently exceeding the point spread set by oddsmakers. These teams are reliable in tight games and may be undervalued, making them strong candidates for bettors looking for consistent performance. On the other hand, teams like Minnesota, Washington, and Atlanta that cover the spread less frequently may struggle to meet expectations, indicating they might underperform or fail to live up to their odds.</a:t>
            </a:r>
            <a:endParaRPr lang="en-US" dirty="0"/>
          </a:p>
        </p:txBody>
      </p:sp>
      <p:pic>
        <p:nvPicPr>
          <p:cNvPr id="6" name="Picture 5" descr="A graph with green and white lines&#10;&#10;AI-generated content may be incorrect.">
            <a:extLst>
              <a:ext uri="{FF2B5EF4-FFF2-40B4-BE49-F238E27FC236}">
                <a16:creationId xmlns:a16="http://schemas.microsoft.com/office/drawing/2014/main" id="{CAED7775-C45D-57F0-2A50-F4837ABABA55}"/>
              </a:ext>
            </a:extLst>
          </p:cNvPr>
          <p:cNvPicPr>
            <a:picLocks noChangeAspect="1"/>
          </p:cNvPicPr>
          <p:nvPr/>
        </p:nvPicPr>
        <p:blipFill>
          <a:blip r:embed="rId2"/>
          <a:stretch>
            <a:fillRect/>
          </a:stretch>
        </p:blipFill>
        <p:spPr>
          <a:xfrm>
            <a:off x="4372987" y="868116"/>
            <a:ext cx="7733144" cy="5121767"/>
          </a:xfrm>
          <a:prstGeom prst="rect">
            <a:avLst/>
          </a:prstGeom>
        </p:spPr>
      </p:pic>
    </p:spTree>
    <p:extLst>
      <p:ext uri="{BB962C8B-B14F-4D97-AF65-F5344CB8AC3E}">
        <p14:creationId xmlns:p14="http://schemas.microsoft.com/office/powerpoint/2010/main" val="44534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3F6B7-87B4-AFEE-E766-5EC054B307D6}"/>
              </a:ext>
            </a:extLst>
          </p:cNvPr>
          <p:cNvSpPr>
            <a:spLocks noGrp="1"/>
          </p:cNvSpPr>
          <p:nvPr>
            <p:ph type="title"/>
          </p:nvPr>
        </p:nvSpPr>
        <p:spPr>
          <a:xfrm>
            <a:off x="-5862" y="242033"/>
            <a:ext cx="12209585" cy="1325563"/>
          </a:xfrm>
        </p:spPr>
        <p:txBody>
          <a:bodyPr/>
          <a:lstStyle/>
          <a:p>
            <a:pPr algn="ctr"/>
            <a:r>
              <a:rPr lang="en-US" dirty="0">
                <a:ea typeface="+mj-lt"/>
                <a:cs typeface="+mj-lt"/>
              </a:rPr>
              <a:t>Which NFL Teams Were Bet on the Most?</a:t>
            </a:r>
            <a:endParaRPr lang="en-US"/>
          </a:p>
        </p:txBody>
      </p:sp>
      <p:pic>
        <p:nvPicPr>
          <p:cNvPr id="4" name="Content Placeholder 3" descr="A graph with numbers and lines&#10;&#10;AI-generated content may be incorrect.">
            <a:extLst>
              <a:ext uri="{FF2B5EF4-FFF2-40B4-BE49-F238E27FC236}">
                <a16:creationId xmlns:a16="http://schemas.microsoft.com/office/drawing/2014/main" id="{A91B1100-C811-3788-38B6-49A22D69CFCF}"/>
              </a:ext>
            </a:extLst>
          </p:cNvPr>
          <p:cNvPicPr>
            <a:picLocks noGrp="1" noChangeAspect="1"/>
          </p:cNvPicPr>
          <p:nvPr>
            <p:ph idx="1"/>
          </p:nvPr>
        </p:nvPicPr>
        <p:blipFill>
          <a:blip r:embed="rId2"/>
          <a:stretch>
            <a:fillRect/>
          </a:stretch>
        </p:blipFill>
        <p:spPr>
          <a:xfrm>
            <a:off x="4404194" y="1438067"/>
            <a:ext cx="7512119" cy="4073072"/>
          </a:xfrm>
        </p:spPr>
      </p:pic>
      <p:sp>
        <p:nvSpPr>
          <p:cNvPr id="6" name="TextBox 5">
            <a:extLst>
              <a:ext uri="{FF2B5EF4-FFF2-40B4-BE49-F238E27FC236}">
                <a16:creationId xmlns:a16="http://schemas.microsoft.com/office/drawing/2014/main" id="{FB5F328B-02E5-9CC3-DD29-3F57725362AB}"/>
              </a:ext>
            </a:extLst>
          </p:cNvPr>
          <p:cNvSpPr txBox="1"/>
          <p:nvPr/>
        </p:nvSpPr>
        <p:spPr>
          <a:xfrm>
            <a:off x="138351" y="1435834"/>
            <a:ext cx="4231160"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This chart shows how betting behavior varies widely across NFL teams, with some teams attracting a disproportionate share of action—either in total volume of bets or in the percentage of bets placed on them to cover the spread. A few teams, like the </a:t>
            </a:r>
            <a:r>
              <a:rPr lang="en-US" sz="1600" b="1">
                <a:ea typeface="+mn-lt"/>
                <a:cs typeface="+mn-lt"/>
              </a:rPr>
              <a:t>Lions</a:t>
            </a:r>
            <a:r>
              <a:rPr lang="en-US" sz="1600">
                <a:ea typeface="+mn-lt"/>
                <a:cs typeface="+mn-lt"/>
              </a:rPr>
              <a:t> and </a:t>
            </a:r>
            <a:r>
              <a:rPr lang="en-US" sz="1600" b="1">
                <a:ea typeface="+mn-lt"/>
                <a:cs typeface="+mn-lt"/>
              </a:rPr>
              <a:t>Bills</a:t>
            </a:r>
            <a:r>
              <a:rPr lang="en-US" sz="1600">
                <a:ea typeface="+mn-lt"/>
                <a:cs typeface="+mn-lt"/>
              </a:rPr>
              <a:t>, stood out by leading in both categories, showing not only high engagement but strong bettor confidence. Interestingly, the </a:t>
            </a:r>
            <a:r>
              <a:rPr lang="en-US" sz="1600" b="1">
                <a:ea typeface="+mn-lt"/>
                <a:cs typeface="+mn-lt"/>
              </a:rPr>
              <a:t>Cowboys</a:t>
            </a:r>
            <a:r>
              <a:rPr lang="en-US" sz="1600">
                <a:ea typeface="+mn-lt"/>
                <a:cs typeface="+mn-lt"/>
              </a:rPr>
              <a:t>, often called </a:t>
            </a:r>
            <a:r>
              <a:rPr lang="en-US" sz="1600" i="1">
                <a:ea typeface="+mn-lt"/>
                <a:cs typeface="+mn-lt"/>
              </a:rPr>
              <a:t>America’s Team</a:t>
            </a:r>
            <a:r>
              <a:rPr lang="en-US" sz="1600">
                <a:ea typeface="+mn-lt"/>
                <a:cs typeface="+mn-lt"/>
              </a:rPr>
              <a:t>, didn’t dominate the chart as much as expected. Their average percentage of bets was surprisingly modest—possibly because just as many people enjoy betting against them as for them. Even the </a:t>
            </a:r>
            <a:r>
              <a:rPr lang="en-US" sz="1600" b="1">
                <a:ea typeface="+mn-lt"/>
                <a:cs typeface="+mn-lt"/>
              </a:rPr>
              <a:t>Chiefs</a:t>
            </a:r>
            <a:r>
              <a:rPr lang="en-US" sz="1600">
                <a:ea typeface="+mn-lt"/>
                <a:cs typeface="+mn-lt"/>
              </a:rPr>
              <a:t>, despite their recent success, hovered closer to 50% than anticipated. The </a:t>
            </a:r>
            <a:r>
              <a:rPr lang="en-US" sz="1600" b="1">
                <a:ea typeface="+mn-lt"/>
                <a:cs typeface="+mn-lt"/>
              </a:rPr>
              <a:t>Jets,</a:t>
            </a:r>
            <a:r>
              <a:rPr lang="en-US" sz="1600">
                <a:ea typeface="+mn-lt"/>
                <a:cs typeface="+mn-lt"/>
              </a:rPr>
              <a:t> </a:t>
            </a:r>
            <a:r>
              <a:rPr lang="en-US" sz="1600" b="1">
                <a:ea typeface="+mn-lt"/>
                <a:cs typeface="+mn-lt"/>
              </a:rPr>
              <a:t>Giants, and Browns </a:t>
            </a:r>
            <a:r>
              <a:rPr lang="en-US" sz="1600">
                <a:ea typeface="+mn-lt"/>
                <a:cs typeface="+mn-lt"/>
              </a:rPr>
              <a:t>have the opposite problem. In recent years, they have </a:t>
            </a:r>
            <a:r>
              <a:rPr lang="en-US" sz="1400">
                <a:ea typeface="+mn-lt"/>
                <a:cs typeface="+mn-lt"/>
              </a:rPr>
              <a:t>struggled</a:t>
            </a:r>
            <a:r>
              <a:rPr lang="en-US" sz="1600">
                <a:ea typeface="+mn-lt"/>
                <a:cs typeface="+mn-lt"/>
              </a:rPr>
              <a:t> really publicly and due to getting a lot of attention, possibly driving the total number of bets up, they receive a small percentage of bets on them to cover the spread.</a:t>
            </a:r>
            <a:endParaRPr lang="en-US" sz="1600">
              <a:ea typeface="Calibri"/>
              <a:cs typeface="Calibri"/>
            </a:endParaRPr>
          </a:p>
        </p:txBody>
      </p:sp>
      <p:sp>
        <p:nvSpPr>
          <p:cNvPr id="5" name="TextBox 4">
            <a:extLst>
              <a:ext uri="{FF2B5EF4-FFF2-40B4-BE49-F238E27FC236}">
                <a16:creationId xmlns:a16="http://schemas.microsoft.com/office/drawing/2014/main" id="{AA89068E-4CDE-8590-5F59-80DC6482239C}"/>
              </a:ext>
            </a:extLst>
          </p:cNvPr>
          <p:cNvSpPr txBox="1"/>
          <p:nvPr/>
        </p:nvSpPr>
        <p:spPr>
          <a:xfrm>
            <a:off x="4414468" y="5507568"/>
            <a:ext cx="752621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This speaks to a broader dynamic: marquee teams naturally attract more betting interest, which sportsbooks anticipate. As a result, lines and spreads may shift in favor of the house, creating potential </a:t>
            </a:r>
            <a:r>
              <a:rPr lang="en-US" sz="1600" b="1">
                <a:ea typeface="Calibri"/>
                <a:cs typeface="Calibri"/>
              </a:rPr>
              <a:t>value in betting the other side</a:t>
            </a:r>
            <a:r>
              <a:rPr lang="en-US" sz="1600">
                <a:ea typeface="Calibri"/>
                <a:cs typeface="Calibri"/>
              </a:rPr>
              <a:t>—especially when public sentiment heavily skews toward a flashy favorite or a fun team to watch fail.</a:t>
            </a:r>
          </a:p>
        </p:txBody>
      </p:sp>
    </p:spTree>
    <p:extLst>
      <p:ext uri="{BB962C8B-B14F-4D97-AF65-F5344CB8AC3E}">
        <p14:creationId xmlns:p14="http://schemas.microsoft.com/office/powerpoint/2010/main" val="2908207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847</Words>
  <Application>Microsoft Office PowerPoint</Application>
  <PresentationFormat>Widescreen</PresentationFormat>
  <Paragraphs>80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NFL Betting Analysis</vt:lpstr>
      <vt:lpstr>Totals</vt:lpstr>
      <vt:lpstr>Leveraging the Total</vt:lpstr>
      <vt:lpstr>NFL Spread Efficiency for Home Favorites</vt:lpstr>
      <vt:lpstr>Visualizing Home Favorites Vs. Spread</vt:lpstr>
      <vt:lpstr>Chi-squared Test  &amp; Point Spread Visualization </vt:lpstr>
      <vt:lpstr>Teams vs O/U</vt:lpstr>
      <vt:lpstr>Teams vs Spread</vt:lpstr>
      <vt:lpstr>Which NFL Teams Were Bet on the Most?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Fish</dc:creator>
  <cp:lastModifiedBy>Andrew Fish</cp:lastModifiedBy>
  <cp:revision>6</cp:revision>
  <dcterms:created xsi:type="dcterms:W3CDTF">2025-04-02T18:31:24Z</dcterms:created>
  <dcterms:modified xsi:type="dcterms:W3CDTF">2025-04-03T20:00:01Z</dcterms:modified>
</cp:coreProperties>
</file>